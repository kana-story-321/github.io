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7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商談文字起こしから議事録を自動生成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商談の文字起こしから議事録を自動生成する仕組みを、自分でバイブコーディングして作る回。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商談文字起こしから議事録を自動生成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長文を貼るだけで議事録の形に整形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バイブコーディングを自分で体験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に頼んでコピペで動かす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基礎組向けにチャット活用コースも用意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前回の振り返り（メール自動化GASの状態確認）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議事録自動生成GASをバイブコーディングする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議事録に必要な項目を整理する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議事録のフォーマットを固定化する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【基礎組】Geminiチャットで議事録を作ってスプシに貼る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第6回で作ったメール自動化GASを振り返り、今日の出発点を共有します。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これまでに作ったもの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【第6回（基礎編）で作ったもの】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・スケジュールから読み取って、リマインドメールを自動作成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・予定の中身を本文に組み立てる仕組み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【第6回（応用編）で作ったもの】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・スプレッドシートの顧客情報を読み取り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・お客様ごとにカスタマイズしたお誕生日祝いメールを作成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バイブコーディング（Gemini に頼んでコピペ）のコツが分かってきたところ。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今日は商談の「文字起こし」から「議事録」を作る GAS を、自分で組み立ててみる。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議事録自動生成GASをバイブコーディングする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商談の文字起こしテキストから、議事録（議題／決定事項／次回アクション など）を自動生成するGASを自分でバイブコーディングします。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商談を録音→自動文字起こしまではできているが、議事録への整形は毎回手作業。文字起こしを貼るだけで議事録になる仕組みを自分で作りたい。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議事録生成GAS：スプシのA列に文字起こしを貼ると、B列に「日時／参加者／議題／決定事項／次回アクション」の議事録が出力される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出力項目は「日時／参加者／議題／決定事項／次回アクション」固定／長文の文字起こしでも動く／自分で Gemini に依頼してコードを取得する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に「文字起こしから議事録を作る GAS コードを書いて」と依頼（出力項目を具体的に指定）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出てきたコードを GAS エディタに貼り付けて保存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テスト用の文字起こしを貼り付けて実行し、議事録が正しい項目で出力されるかを確認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議事録に必要な項目を整理する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に議事録を作らせる時は「項目構成」を最初に伝えるのが重要。型を決めると毎回同じ品質で出力される。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議事録の標準フォーマット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【最低限入れたい項目】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① 日時・場所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② 参加者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③ 議題（何を話す予定だったか）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④ 決定事項（何が決まったか）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⑤ 次回アクション（誰が・いつまでに・何をやるか）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 に頼むときのコツ】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・「以下のフォーマットで出力してください」とテンプレを明示する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・長文を渡すと項目が抜けやすいので、必要なら章ごとに区切る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・「決定事項」と「次回アクション」は分けて書かせる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・出力フォーマットを固定すれば、後から顧客情報シートにも流用できる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・「箇条書きで」「3行以内で」など、形式まで指定すると安定する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・コードは覚えなくてOK。Gemini に毎回頼んで自分でバイブコーディングする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議事録のフォーマットを固定化する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毎回バラバラなフォーマットを統一して、見やすい議事録が安定して出るように自分で改良します。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議事録が出力されるようになったが、AI の気分でフォーマットがバラバラ。毎回同じ形で出るように整えたい。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フォーマット固定版GAS：見出し付きテンプレに沿って、毎回同じ形式の議事録が出力される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Markdown 風または表形式で固定／日付・参加者は文字起こしから自動抽出／長文でも崩れない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に既存コードを貼り、「議事録の出力フォーマットを次の形に固定して」と依頼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出てきた改良コードを GAS エディタに貼り付けて保存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同じ文字起こしを2回流して、毎回同じフォーマットで出るかを確認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【基礎組】Geminiチャットで議事録を作ってスプシに貼る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コードに苦手意識のある方向け。GAS は使わず、Gemini チャットだけで議事録を作ってスプシに貼る体験をします。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は少し難しい…そう感じる場合は、Gemini チャットだけで議事録が作れる。コピペで完結する。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チャットで作成した議事録 3 件を、スプシの「議事録」シートに蓄積する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は使わない／Gemini チャットに「議事録を作って」と指示／フォーマットは演習2の項目を真似る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チャットに文字起こしテキストを貼り「次の項目で議事録を作って」と依頼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これを 3 件分繰り返して、議事録シートに蓄積する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