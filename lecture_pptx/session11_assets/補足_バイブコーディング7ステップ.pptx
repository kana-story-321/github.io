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補足: 初心者向け 7ステップ手順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FAQ設計 → バイブコーディング → 公開 まで、コードゼロで完成させる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全体マップ: 7ステップで完成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合計60〜90分。順番に進めれば必ず動くようになります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7C5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37160" cy="47548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1887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準備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アカウント + API キー取得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18872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10分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09928"/>
            <a:ext cx="137160" cy="47548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7099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17099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🎨 FAQ を設計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17099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答える範囲/答えない範囲を紙 or スプシで整理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170992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15分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3113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31136"/>
            <a:ext cx="137160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2311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22311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📊 スプシに書く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223113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「FAQ」シートに 質問/回答/カテゴリ の3列で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22311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10分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5234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52344"/>
            <a:ext cx="137160" cy="47548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75234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91640" y="275234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🧙 Gemini に依頼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31920" y="275234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依頼文をそのままコピペ → Code.gs と Index.html 生成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275234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15分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7355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73552"/>
            <a:ext cx="137160" cy="47548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2735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91640" y="32735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📦 GASにデプロイ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931920" y="32735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貼る → API キー登録 → 公開URL を取得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327355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10分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94760"/>
            <a:ext cx="137160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37947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91640" y="37947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🔗 リッチメニュー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931920" y="37947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の該当ボタンに公開 URL を貼る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37947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5分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12700">
            <a:solidFill>
              <a:srgbClr val="7C5F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315968"/>
            <a:ext cx="137160" cy="47548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31596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91640" y="43159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🧪 テスト+改善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931920" y="431596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5パターン試して FAQ を追記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863840" y="43159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15分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バイブコーディングとは？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コードを書かず、日本語で「こういうの作って」と AI に頼むだけ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AFA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❌ 従来のやり方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プログラミング言語を勉強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数ヶ月〜数年の学習期間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エラーで挫折しがち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業務に活かすまで遠い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書けるコードの範囲に制約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0FA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バイブコーディング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9659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日本語で「こう作って」と依頼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数十分でプロトタイプ完成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エラーも AI に相談して解決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今日から業務に組み込める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「言葉にできれば作れる」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💡 「コードを書けるようになる」のが目的ではなく、「業務ツールを自分で作れる」のが目的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1: 🎨 FAQ を「設計」する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コード書く前が本当の勝負。「答える範囲/答えない範囲」を先に決める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6908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6908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答える範囲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一般的な保険知識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相談の申込方法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料金体系（相談無料 など）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商品カテゴリの説明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事務所の対応時間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6908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34440"/>
            <a:ext cx="4069080" cy="45720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❌ 答えない → [担当者へ] に繋ぐ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個別契約の内容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医療診断（「胸が痛い…」）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複雑な税務・法律相談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特定商品の売り込み依頼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感情的なクレーム対応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💡 「答えない範囲」を先に決めると事故が減る。曖昧なら [HANDOFF] にしよう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3: 🧙 依頼文をコピペするだけ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この依頼文を Gemini に送るだけで、動くコードが返ってきます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520440"/>
          </a:xfrm>
          <a:prstGeom prst="roundRect">
            <a:avLst>
              <a:gd name="adj" fmla="val 2597"/>
            </a:avLst>
          </a:prstGeom>
          <a:solidFill>
            <a:srgbClr val="F8FAFC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Gemini に送る依頼文 (コピペ用)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 で、保険FAQチャットボットの Web アプリを作ってください。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【スプシ】シート名「FAQ」列: A=質問, B=回答, C=カテゴリ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【機能】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1) doGet(e) で: e.parameter.q があれば JSON応答、なければ Index.html を返す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2) FAQ シートを読み込み、Gemini API (gemini-2.5-flash) に知識として渡す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3) API キーはスクリプトプロパティ GEMINI_API_KEY から取得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4) システムプロンプト: 「一次受け AI として、FAQ にあれば200文字以内で丁寧語で答え、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ない/個別契約/医療診断/不適切話題 は 担当者へ繋ぐ返答 + handoff: true」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5) 応答は {"text": "...", "handoff": true/false} の 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【HTML】モバイル前提、配色 #1F3A5F / #0E7C86 / #E8A33D、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よくある質問ボタン5個、日本語コメント付き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👉 このスライドの依頼文は README にも同じものが載っています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4-5: 公開する → リッチメニューに貼る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デプロイの3つの設定と、リッチメニューへの配置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69080" cy="34290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📦 ウェブアプリとしてデプロイ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GAS 右上「デプロイ」→「新しいデプロイ」
2. 歯車 → 種類「ウェブアプリ」
3. 設定:
   ・説明:  「保険FAQ v1」
   ・実行するユーザー: 自分
   ・アクセスできるユーザー: 全員
4. 「デプロイ」→ 承認
5. 表示された URL を必ずコピー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69080" cy="34290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44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🔗 リッチメニューに URL を貼る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LINE Official Account Manager
2. 対象アカウント → 「リッチメニュー」
3. 「FAQに聞く」ボタン(タップ領域)を選択
4. アクション:
   ・タイプ: 「リンク」
   ・URL: コピーしたウェブアプリ URL
   ・ラベル: 「FAQに聞く」
5. 「保存」→「公開」
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「アクセスできるユーザー = 全員」 にしないと LINE から開けません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 6: 🧪 テスト → FAQ 更新のサイクル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コードは触らない。改善は「FAQ を書き足す」だけ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必ずやる 5パターンのテスト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相談は無料ですか?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FAQ回答(料金)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892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オンライン面談できる?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892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FAQ回答(手続き)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854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1854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私の契約の解約返戻金は?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185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[担当者へ] 引き渡し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胸が痛いんですが病気?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4780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[担当者へ] 引き渡し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770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770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ありがとう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汎用の丁寧応答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8321040" cy="1600200"/>
          </a:xfrm>
          <a:prstGeom prst="roundRect">
            <a:avLst>
              <a:gd name="adj" fmla="val 4571"/>
            </a:avLst>
          </a:prstGeom>
          <a:solidFill>
            <a:srgbClr val="FFF8EC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6499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改善サイクル (コード修正はしません)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❶ うまく答えなかった質問を発見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4160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9748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❷ スプシに Q&amp;A を追加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160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❸ もう一度話しかける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4160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❹ 期待通りに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バイブコーディングを続けるコツ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完成したあとの育て方 + トラブル対処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0690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353312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① 作りたいものを日本語で紙に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3739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「誰が / 何を入力すると / 何を返すか」を書き出す。これが AI 依頼のベース。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40690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353312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② AIには「初心者向け」を強調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920240"/>
            <a:ext cx="3739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「初心者にわかるコメント付きで」と頼むと、後で読み返しやすい。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017520"/>
            <a:ext cx="4069080" cy="73152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182112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③ エラーは AI に全文コピペ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" y="3749040"/>
            <a:ext cx="3739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「以下のエラーを直して」+ エラー本文 で 8割解決。恥ずかしがらない。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40690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182112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④ 完璧を目指さない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749040"/>
            <a:ext cx="3739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まず動くものを公開して、実運用で改善。コードは「読める」で十分。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完成後の育て方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実運用で FAQ を育てる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お客様から届いた質問を1週間ごとに追加。1ヶ月で精度が跳ね上がる。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コードは触らない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改善は FAQ シートの編集だけ。デプロイし直し不要。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応用編で次のステップへ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第11回 応用編で「予約引き渡し」まで発展。相談員に繋ぐ導線が完成。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2026-07-03T04:32:06Z</dcterms:created>
  <dcterms:modified xsi:type="dcterms:W3CDTF">2026-07-03T04:32:06Z</dcterms:modified>
</cp:coreProperties>
</file>