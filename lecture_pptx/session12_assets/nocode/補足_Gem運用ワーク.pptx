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基礎組:Gem で「毎朝5分」お金情報配信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GASなし、コードなし。Gemの手動運用で今日から始める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全体像: Gem 2つを毎朝手動で回すだけ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設定なし。Gemini の Web 画面と スプシ と 公式LINE 管理画面だけで完結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271016"/>
            <a:ext cx="239572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🔍 Gem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18562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お金情報 収集くん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286000"/>
            <a:ext cx="232257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あなたが「今日◯件」と依頼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Google検索でホワイトリスト内を調査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スプシ貼付用TSVで返す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34440"/>
            <a:ext cx="265176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74136" y="1271016"/>
            <a:ext cx="239572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📊 スプシ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0712" y="18562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配信素材シート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286000"/>
            <a:ext cx="232257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TSVを貼り付け(列が自動で分かれる)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各行に OK/NG を書く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OKにした 1 行を選ぶ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34440"/>
            <a:ext cx="2651760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271016"/>
            <a:ext cx="239572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✍ Gem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5352" y="18562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LINE配信文 変換くん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2286000"/>
            <a:ext cx="232257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OK行の 4項目を貼り付け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300字の親しみやすい配信文に変換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そのまま貼れる形で返す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43400"/>
            <a:ext cx="832104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3434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完成した配信文を LINE 管理画面に貼って送信 → 毎朝5〜10分で完結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Gem「お金情報 収集くん」を作る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まずは AI に "お金情報の集めかた" を教え込む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化しておくと、毎日同じ品質で応答してくれる。使い捨てチャットではなく "アシスタントを雇う" 感覚。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カスタム指示は「そのまま貼る」でOK、いじらない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Google検索OFFのままだとホワイトリスト外の情報を作ってしまう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出典URLが nta.go.jp などのホワイトリスト内かをまず目視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うまくいかない時は「TSVで、コードブロックで返して」と追加依頼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で 新規 Gem 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同梱の Gem1_情報収集_指示文.md をカスタム指示にそのまま貼る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検索ツールを「ON」にする(← 最重要)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ホワイトリスト10サイトが指示文に含まれていることを確認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テスト: 「今日の助成金を1件」と依頼 → TSV で返ってくることを確認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Gem「LINE配信文 変換くん」を作る+運用開始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1 で集めたスプシの1行を、お客様が読みやすい LINE 配信文に変換する Gem を作る。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「TSVそのまま送るとお客様は読まない」を体感する。読みやすさは Gem 2 が担う。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「もう少し柔らかく」「もっと短く」「3パターン欲しい」の追加依頼で書き分け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個別助言(税務・投資判断)は絶対に送らない、Gem2 が防いでくれる設計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の Webhook 設定は絶対に触らない(Lステップ連携が壊れる)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無料枠 月200通、友だち数×配信回数で管理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で もう一つの Gem 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同梱の Gem2_配信文変換_指示文.md をカスタム指示に貼る(検索はOFFでOK)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テスト: サンプル1行を渡して 300字の配信文が返ることを確認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毎朝ルーチン: 収集Gem→スプシOK判定→変換Gem→LINE貼付 の5ステップを実演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手順書「毎朝の運用手順書.md」で各ステップを1つずつ体験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なぜ「Gem 手動運用」で十分なのか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がなくてもここまで出来る。次のステップは "忙しくなったら"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690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99032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= プロンプトの資産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一度作った Gem は毎回同じ品質で応答。「良いプロンプト」を1回書けば何十回も再利用できる。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34440"/>
            <a:ext cx="40690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399032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+ 人の分業が事故を防ぐ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92024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集めるのはAI、判定するのは人。この分業が「AI の言い過ぎ」による誤情報を止める。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063240"/>
            <a:ext cx="4069080" cy="73152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227832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5分の習慣が3ヶ月で定着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" y="374904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毎日5分は続く量。GAS で完全自動にすると "止まったこと" にも気づかない。手動の目視が実は強い。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40690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227832"/>
            <a:ext cx="3739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応用への昇格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74904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毎日の運用が習慣化して、忙しくなってきたら → 応用編(GAS版)で完全自動化に昇格。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基礎組の到達点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2 つで毎朝の情報配信が完成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収集Gem と 変換Gem を使い分ける、5〜10分の手動ルーチン。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ノーコードでも "意味" を理解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ホワイトリスト・OK/NG判定・Webhook 未変更 の意味を体で覚える。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応用編は "自動化" が本題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手動でリズムが出来た人は、応用編で GAS 化に挑戦する道が開ける。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2026-07-03T06:14:51Z</dcterms:created>
  <dcterms:modified xsi:type="dcterms:W3CDTF">2026-07-03T06:14:51Z</dcterms:modified>
</cp:coreProperties>
</file>