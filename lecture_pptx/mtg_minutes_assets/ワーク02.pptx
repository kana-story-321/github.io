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GAS + Gemini で 議事録AI 実装 と 承認配布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W01 で決めた設計を 30秒で動く形に、承認と配布の "運用" まで含めて完成させる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GAS + Gemini バイブコーディング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Code_議事録AI.gs を貼付 → 30秒で Google Docs 議事録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承認 → メール配布フロー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確認・修正・メール送信の "人の責任範囲" を運用ルールに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3ケースで実測+運用ルール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サンプル/自社実MTG/エッジケース で AI の精度と限界を把握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GAS(Google Apps Script)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 スプシに Javascript で機能追加できる無料の実行環境。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サイドバー / メニュー UI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スプシに独自の "実行ボタン" を追加する仕組み。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実行トリガーは常にここから。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DocumentApp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から Google Docs を作成・編集できる API。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表・見出し・書式も操作可。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議事録アーカイブフォルダ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生成された議事録 Docs を保存する Google Drive のフォルダ。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自動作成される。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GAS(Google Apps Script):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メニュー追加・API 呼出・シート/Docs 書出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サイドバー / メニュー UI: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onOpen でメニュー登録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DocumentApp: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議事録の書き出しに使う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議事録アーカイブフォルダ: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過去議事録の検索に使える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GAS + Gemini で議事録AI を実装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W01 で設計した 入力(メタ+文字起こし)→ AI(JSON構造で返させる)→ 出力(Google Docs) の流れを、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同梱「Code_議事録AI.gs」を貼付して 実際に動くツールとして完成させる。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サンプル文字起こし(30分 週次営業会議) で初回実行 → 議事録が Google Docs で出ることを確認。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 キーは必ず スクリプトプロパティに(コード直書き絶対NG)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初回実行時の権限承認画面で「安全ではない...」に驚かない、自分のスクリプトだから許可でOK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エラーが出たら GAS エディタ下部の Logger のログを見る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文字起こしは "文字起こし本文" 欄の下の広いセルに全文貼付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「MTG記録_テンプレ.xlsx」をスプシで開く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拡張機能 → Apps Script → Code_議事録AI.gs の中身を貼付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スクリプトプロパティに GEMINI_API_KEY を設定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関数 testSetup を実行 → 権限承認 &amp; 動作確認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メニュー「議事録AI」→「▶ 議事録生成」で サンプル文字起こしを実行 → Google Docs 確認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GAS + Gemini で議事録AI を実装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セットアップの正確性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testSetup で全項目 OK が返っているか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「文字起こし文字数: 0」でも Meta が読めていれば OK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議事録の品質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生成された Docs に 決定事項・ToDo・次回予定 が入っているか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文字起こしにあった項目と Docs の内容を照合、抜けがないか確認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エラー対処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 エラー時に落ち着いてログを読めるか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429=レート制限、400=payload異常 の切り分けができるように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3ケース実測+承認・配布フローの運用ルール決定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実装したツールを 3ケースで動かして 精度・実用性を検証し、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"承認 → 配布" の運用ルール(誰が何を確認、どう配布するか)を確定する。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数値精度の限界: ToDo の期限を "月末" とだけ書かれると AI は "期限未定" にすることがある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顧客名や個人情報を含む会議は 承認前の外部共有 厳禁 のルールを明文化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「AI が全部やってくれる」錯覚を避ける、承認は必ず人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メール自動送信は 承認後のみ、承認前は自動配信しないをコードでも徹底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ケース1: サンプル文字起こしで実行 → Docs の品質を採点(決定事項/ToDo/次回予定 の抽出度)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ケース2: 自社の実MTGの文字起こしで実行 → 手作業議事録と比較、削減時間を実測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ケース3: 短い or 曖昧な文字起こしで実行 → AI の限界(pending 多発、captions欠落)を体感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承認手順を決める: 誰が何分で確認、何を修正するか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配布方法を決める: メール自動送信の許可基準(承認済み印がついたら OK 等)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3ケース実測+承認・配布フローの運用ルール決定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議事録の妥当性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3ケースで 決定事項/ToDo/次回予定 の抽出精度が把握できているか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抽出できていない項目を Docs で追加する運用ルールが決まっているか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承認手順の実効性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"誰が何分で確認し、何を修正するか" が具体的か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曖昧な承認手順(「担当が確認」等)になっていないか目視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配布ルールの安全性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"承認前は絶対に外部配布しない" が徹底できるか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メール自動送信のトリガーが承認済み印などの明示的条件になっているか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議事録AI が完成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サンプル/自社実MTG で 30秒で議事録草案 が出る状態に。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承認・配布フローが確立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草案 → 人が承認 → メール自動配布 の "人と AI の分担" が回る。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削減効果を実測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30-40分 → 8-12分 の削減が数字で証明され、他業務への横展開の視座が開ける。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2026-07-23T14:20:24Z</dcterms:created>
  <dcterms:modified xsi:type="dcterms:W3CDTF">2026-07-23T14:20:24Z</dcterms:modified>
</cp:coreProperties>
</file>