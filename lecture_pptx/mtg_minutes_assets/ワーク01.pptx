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業務フロー整理と 議事録テンプレ設計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まず現状を棚卸し、AI に任せる工程を決めてから、AI に返させる形を設計する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業務フローを見える化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現状の議事録作成9ステップを "誰が/何を/何分" で書き出し、削減余地を特定する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手動/半自動/自動 で3色分け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各工程の状態を可視化し、AI に任せられる工程を発見する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出力の JSON 構造を設計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W02 で GAS の responseSchema にそのまま使う議事録テンプレを固める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業務フロー棚卸し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議事録作成の全ステップを "誰が/何を/何分" の粒度で書き出し、可視化すること。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手動 / 半自動 / 自動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人が全部やる / ツールが助けるが人が操作する / 人の操作なく機械が完了する の3区分。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 に任せられる工程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情報の整形・要約・抽出 は AI 得意、判断・承認は 人 が担当する分担。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responseSchema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API に "この JSON 構造で返して" と厳密指定する仕組み。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業務フロー棚卸し: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これがない改善は迷走する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 / 半自動 / 自動: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色分けで可視化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に任せられる工程: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責任は人、作業は AI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responseSchema: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出力の暴走を防ぐ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現状の業務フローを棚卸し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議事録作成が属人化・時間浪費している。まず "今どうやっているか" を書き出し、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各ステップを「手動 / 半自動 / 自動」で色分けし、AI に任せられる工程を発見する。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同梱「業務フロー棚卸し_完成見本.xlsx」に 週次営業会議30分の記入例あり。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30分 MTG で議事録に何分かかっているか、まず時間を書く → 削減効果を数字で見せる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「文字起こし」は Zoom/Teams 側で自動化済み、そこは飛ばして OK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「議事録草案生成」に ○、「承認」は × (人の責任)、「配布」は ○(承認後なら)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完璧を目指さない、10ステップ書ければ十分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スプシ「業務フロー棚卸し」を開く(#/ステップ名/誰が/何を/ツール/時間/区分/AI可否 の8列)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記入例シートを3分眺めて 完成イメージを掴む(9ステップ、区分と AI可否 の色分け)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自分の会社の議事録作成手順を 上から順に書き出す(10行前後を目標)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各行の「区分」列に 手動/半自動/自動 を書き、色を確認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 に任せられそう」列に ○ / △ / × を書き、○ の工程を W02 で自動化する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現状の業務フローを棚卸し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粒度の統一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各ステップが "誰が/何を/何分" で書けているか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「議事録作る」のような曖昧な粒度は 2-3ステップに分割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3色分けの妥当性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手動/半自動/自動 の区分が実態と合っているか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半自動と自動の境界に迷ったら "人の操作が要るか?" で判断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AI可否の判定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の工程が具体的で、AI で置き換え可能な作業か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「判断」「承認」に ○ を付けていたら要見直し(責任は人)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議事録テンプレ と AI に返させる JSON 構造を設計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「議事録に何を載せるか」「AI にどんな形で返してほしいか」を先に決めておくと、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W02 の GAS 実装が「決めた形で返して」と AI に依頼するだけになる。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同梱「議事録テンプレ設計_完成見本.xlsx」に 議事録項目11個+JSON構造+サンプル議事録の見本。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会議名/日時/参加者は 人が入力(スプシから読む)、AI には書かせない — 捏造を防ぐ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決定事項の reason(理由)欄は 文字起こしから引用させる — 監査可能に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ToDo は who / what / due の3点セット、"誰が" 曖昧なものは pending に回す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空の配列は [] で返させる、抽出できないから諦めるのではない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議事録項目シートで 11項目を眺め、自社の議事録に必要な項目を選ぶ(採用○/△/×)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各項目の担当を確認(会議名/日時/参加者=人が入力、決定事項/ToDo=AIが抽出)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出力JSON構造シートを見て、AI に返させる JSON の形を理解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サンプル議事録シートで 完成イメージを確認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なぜ自由文でなく JSON か、その意味を口頭で説明できるようにする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議事録テンプレ と AI に返させる JSON 構造を設計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項目の必要十分性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議事録として必要な項目が過不足なく選べているか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「会議コスト概算」等の発展項目は初回はスキップで OK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担当の分担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各項目が "AIが抽出 / 人が入力" に正しく振り分けられているか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会議名/日時/参加者は 人が入力、その他は AI が抽出 が基本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JSON 構造の理解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なぜ自由文でなく JSON か、責任と再現性の観点から説明できるか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「機械的に取り出せる」「GAS が処理できる」を口頭で言えれば OK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業務フローが見える化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9ステップ+3色分けで、AI 化候補が明確に。削減効果も数字で見える。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議事録テンプレが固まった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項目11個 + JSON構造 + サンプル議事録。W02 実装の指示書が完成。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 GAS で実装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W02 で Code_議事録AI.gs を貼付、実際に "30秒で議事録草案" を体験する。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2026-07-23T14:20:24Z</dcterms:created>
  <dcterms:modified xsi:type="dcterms:W3CDTF">2026-07-23T14:20:24Z</dcterms:modified>
</cp:coreProperties>
</file>