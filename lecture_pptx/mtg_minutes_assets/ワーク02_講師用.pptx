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 + Gemini で 議事録AI 実装 と 承認配布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W01 で決めた設計を 30秒で動く形に、承認と配布の "運用" まで含めて完成させる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GAS + Gemini で議事録AI を実装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【生徒への声かけ例】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・「セットアップ手順_議事録AI.md を見ながら、まず testSetup が通ることを目指して」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・「エラーが出たら 慌てず Logger のログを見る(GASエディタ下部)」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・「文字起こしを貼付するのは "文字起こし本文" 欄の下の広いセル、そこ以外に貼っちゃダメ」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【生徒が Gemini に投げる相談例(バイブコーディング)】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「Google Apps Script で、以下のスプシからメタ情報と文字起こしを読み、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Gemini API に投げて 議事録を JSON で返させ、Google Docs に書き出す関数を書いて。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JSON構造: [W01 演習2 で決めた構造を貼付]」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・testSetup が全項目 OK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・サンプル文字起こしで「▶ 議事録生成」が完走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・Google Drive に「議事録アーカイブ」フォルダが自動作成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・議事録 Docs に 決定事項3件+ToDo4-5件+次回予定 が入っている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・バイブコーディングは "AI に全部書かせて 動かない箇所だけ直す" スタイル。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・コード全読解を求めない。動作原理は理解、詳細は「困った時に読む」で OK。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・API キー漏洩を絶対に防ぐ。スクリプトプロパティ経由を徹底、コード直書きは NG。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・生徒が詰まったら 「セットアップ手順_議事録AI.md のトラブルシューティング表」を先に見せる。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3ケース実測+承認・配布フローの運用ルール決定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【3ケース実測の観点】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 ケース1(サンプル): 決定事項/ToDo/次回予定 が期待通り抽出できているか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 ケース2(自社実MTG): 手作業議事録と比較、抜け落ちた項目・作業時間の差を測る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 ケース3(短い/曖昧): AI が pending に回す挙動を確認、限界を体感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【承認・配布 運用ルール決定の観点】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 承認: 司会者が Docs で確認、何分以内、何をチェック?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 修正: 必要な修正の頻度は?誰が修正する?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 配布: メール自動送信の許可条件(承認済み印など)は?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 アーカイブ: 議事録アーカイブフォルダの共有権限は?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 NG: 承認前の外部共有、個人情報会議での早期配布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・3ケースの実行結果と "気付いた点" が言語化されている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・削減時間が数字で出ている(例: 35分 → 10分、25分/回削減)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・承認手順(誰が何分で何を確認するか)が具体的に決まっている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・配布ルール(メール送信の許可条件)がスプシに書き残されている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・「AI 出力そのまま外部共有 NG」を全員が明確に理解している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・「AI 出力を そのまま配布しない」を必ず徹底。承認工程を運用ルールに明記。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・削減時間は必ず 数字で出させる(前後の実測)。感覚では効果を証明できない。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・顧客名を含む会議は 特別ルール(社内共有のみ、外部NG)を作らせる。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・生徒がツールを "現場でどう使うか" 具体的に想像できているかを最後の口頭確認で。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2026-07-23T14:20:24Z</dcterms:created>
  <dcterms:modified xsi:type="dcterms:W3CDTF">2026-07-23T14:20:24Z</dcterms:modified>
</cp:coreProperties>
</file>