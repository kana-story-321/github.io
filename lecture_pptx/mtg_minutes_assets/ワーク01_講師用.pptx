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業務フロー整理と 議事録テンプレ設計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まず現状を棚卸し、AI に任せる工程を決めてから、AI に返させる形を設計する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現状の業務フローを棚卸し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【生徒への声かけ例】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・「まず 30分 MTG の議事録作りに 何分かかってる?年間何時間?を数字で書いて」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・「Zoom の文字起こしは自動、DL は半自動、貼付は手動 の感じで色分け」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・「"議事録草案生成" に ○ を、"承認" に × を、"配布" に ○ を書けたら合格」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【業務フロー棚卸しの完成状態(9ステップ)】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MTG開催 / 参加者 / 30分 / 手動 / 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文字起こし生成 / Zoom / 0分 / 自動 / 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文字起こしDL / 司会者 / 1分 / 半自動 / 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スプシに貼付 / 司会者 / 1分 / 手動 / 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メタ情報入力 / 司会者 / 2分 / 手動 / 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議事録草案生成 / GAS+Gemini / 30秒 / 自動 / ○ ★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 内容確認 / 司会者 / 3-5分 / 手動 / 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8. 修正 / 司会者 / 2-3分 / 手動 / 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9. 配布 / GAS / 10秒 / 半自動 / 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・業務フロー棚卸しシートに 8-12 ステップ書けている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・全ステップに 手動/半自動/自動 の色分けが付いている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・AI可否 に ○ が 1-3 個ついている(過剰でも過少でもない)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・「議事録AI化で 何分削減できそうか」の数字が出ている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・「AI に全部任せられる」と勘違いする生徒に注意。承認は必ず人。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・粒度がバラバラだと後で困る。1ステップ = 1操作 の粒度で書かせる。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・時間の見積もりが甘くなりがち。実測を勧める(次のMTGでストップウォッチ)。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・「文字起こしDL」に ○ を書くのは早い、初回は △ でスキップして基本形を先に完成。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議事録テンプレ と AI に返させる JSON 構造を設計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【生徒への声かけ例】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・「議事録項目シートを開いて、11 項目を眺めてから 自社版で ○△× 付けて」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・「会議名/日時/参加者 に "AIが抽出" と付けたら NG。ここは人が入れる」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・「決定事項の reason は必ず入れる、これで "なぜこの決定?" に答えられる」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【JSON 構造の完成形(コピペで使える)】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{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"agenda": ["議題1", ...],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"decisions": [{"topic": "...", "decision": "...", "reason": "..."}],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"todos": [{"who": "...", "what": "...", "due": "..."}],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"pending": [{"topic": "...", "next_action": "..."}],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"next_meeting": {"date": "...", "topics": [...]}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・議事録項目シートに 8-11 項目採用の印がついている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・各項目の担当(AI / 人)が明確に分かれている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・出力JSON構造シートを見て「これが AI への指示になる」と理解している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・サンプル議事録シートを開いて「これぐらいの品質で来るはず」を掴んでいる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・「自由文でも良くない?」と聞かれたら、「機械が扱えないから GAS で書けない」と答える。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・reason(理由)欄は 捏造を防ぐキー。「文字起こしから引用させる」を強調。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・"次回予定" は文字起こしの末尾に出ることが多い、AI が拾えるように。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・「AI が完璧に抽出できる」錯覚に注意。W02 で 実測して限界を体感する伏線。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2026-07-23T14:20:24Z</dcterms:created>
  <dcterms:modified xsi:type="dcterms:W3CDTF">2026-07-23T14:20:24Z</dcterms:modified>
</cp:coreProperties>
</file>