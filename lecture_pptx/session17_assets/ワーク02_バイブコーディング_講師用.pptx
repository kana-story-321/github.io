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ワーク② バイブコーディング (GAS + Gemini)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設計書を Gemini に見せて "この通りに GAS 書いて" と頼み、動かして体験する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メイン処理 (シミュレーション本体) をバイブコーディング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【バイブコーディングの流れ (講師デモで見せる)】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W1 設計書 を Gemini に貼付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「この設計書通りに、Google Apps Script のメイン関数を書いてください。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顧客カルテを読み → Gemini API 呼出 → 結果をスプシに書き出す 形で」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Gemini が返したコードを GAS エディタに貼付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4. testSetup 実行 → 権限承認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5. 動く! (7-8割動く、残りはエラー見て Gemini に修正依頼)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【エラー対処のバイブコーディング】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「以下のエラーが出ました。修正案を教えてください。[エラー全文貼付]」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 Gemini が原因と修正コードを返す → 貼付 → 動く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・GAS が動く状態 (testSetup OK)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・記入例で シミュレーションが完走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・シミュレーション結果シートに 40年CF + サマリ + グラフ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・独自アドバイスがプロンプトに組み込まれ、AI出力に代理店らしさが出ている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・バイブコーディングの心構え: "完璧を目指さない、動いたら OK、詳細は困ったら読む"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・エラーで詰まったら 全文コピー→ Gemini に貼る、恥ずかしがらない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・「なぜこう書いてある?」の質問は歓迎、ただし全行理解は不要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・独自アドバイスの反映は プロンプト末尾の文字列連結だけ、簡単な改造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UI と 顧客向けレポート出力 をバイブコーディング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【UI実装の分岐 (W1選択に応じて)】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・サイドバー選択: Sidebar.html 貼付 →「サイドバーを開く」で右側にスライドイン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・WebApp選択: WebApp.html + W2_Code_WebApp追加.gs 貼付 →「デプロイ」→「新しいデプロイ」→ 種類=ウェブアプリ → URL取得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(デプロイ詳細は W3 で扱う、W2 では URL取れて動くところまで)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【顧客向けレポート出力】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Code_レポート生成.gs 貼付、AGENCY_NAME 冒頭に代理店名記入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メニュー「📄 顧客向けレポート出力 (PDF)」→ Google Drive に 7ページPDF 生成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・選んだ UI が動く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・入力→実行→結果表示 のフローが確認できる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・PDF レポートが AGENCY_NAME 入りで生成される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・「W3 デプロイに進める状態」まで到達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・UI は選んだ方だけ実装、両方はやらない(混乱の元)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・WebAppの初回デプロイでは 「アクセスユーザー」を "自分だけ" にしておき、W3で調整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・レポートの色調整(代理店らしさ)は W3 or 後日で OK、まず動くことが優先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・「なぜ 2つの GAS ファイルに分けるか?」→ 責務分離、レポート機能は独立させておくと後で外しやすい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2026-07-29T07:52:20Z</dcterms:created>
  <dcterms:modified xsi:type="dcterms:W3CDTF">2026-07-29T07:52:20Z</dcterms:modified>
</cp:coreProperties>
</file>