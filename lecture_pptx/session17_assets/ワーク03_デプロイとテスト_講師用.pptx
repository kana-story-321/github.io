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ワーク③ デプロイとテスト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"社内で使える" 状態にデプロイし、5シナリオで精度を実測、運用ルールを決める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デプロイ (W1で選んだ UI形式に応じて)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【デプロイの分岐 (W1選択に応じて 一択実装)】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サイドバー: スプシ共有だけ、簡単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WebApp: デプロイ手順が独特なので W3_デプロイ手順書.md 見ながら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デプロイ → 新しいデプロイ → ウェブアプリ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次のユーザーとして実行: 自分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アクセスできるユーザー: Workspace内 (顧客情報扱うため)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デプロイ → URL コピー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別ブラウザ(シークレット)で URL開いて 動くか確認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【デプロイ失敗の典型パターン】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・権限承認していない → GASエディタで doGet を1度実行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・「安全ではない...」画面で怖がる → 自分のスクリプトだから許可でOK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・別ユーザーで白画面 → アクセスユーザー範囲を確認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・選んだUIの デプロイ完了(URL または スプシ共有)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・別ユーザーで動作確認完了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・API キーの安全性再確認 済み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・更新時の再デプロイ手順を理解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・アクセス範囲は 慎重に。「全員(限定なし)」は URL 拡散リスクあり、顧客情報扱うツールでは NG。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・実行ユーザーを "自分" にする意味を説明: 誰が使っても API 呼出は自分の権限、課金も自分に。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・WebApp のバージョン管理を軽視すると URL 増殖で管理不能に。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・API キー漏洩は 過去に事故例あり、スクリプトプロパティ経由を絶対厳守。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5シナリオ実測 + 運用ルール決定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【5シナリオ実測の流れ】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若年子育て(35歳会社員家族4人): 破綻なし想定、学資+就業不能 の提案フック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単身低収入(42歳女性契約社員): 破綻年出る想定、就業不能保険 最優先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経営者(45歳男性年収1500万): 3億超保障、事業保険+相続対策の提案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 シニア独身(58歳女性): 老後30年間の緩やかな貯蓄減、介護+医療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 エッジ(データ不足): クラッシュせず 適切なエラー/警告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【運用ルールの決定観点】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誰が使う: 全営業 / ベテランのみ / 若手はサポート付き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独自アドバイス更新: 月1回 誰が担当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監査ログ: シミュレーション履歴の記入は必須? 任意?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失敗時: API 上限超え・エラー時の連絡先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顧客見せ: AI 出力そのまま NG、必ずレビュー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個人情報: 仮名運用の徹底、実名入力時のルール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・5シナリオ全て実行済み、結果が履歴シートに記録されている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・独自アドバイスの発火状況が把握できている(発火漏れは改善リスト化)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・運用ルール6項目が スプシに書き残されている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・「今日から現場で使える」状態に到達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・5シナリオは 最低限、10シナリオまで増やすと精度検証がより堅牢。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・エッジシナリオで クラッシュ → 好機、UX改善のトリガーに。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・独自アドバイスの発火漏れは W2 に戻って修正、往復させる(1回で終わらない)。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・運用ルールを紙(スプシ)に残さないと、担当者交代で消える。必ず明文化。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2026-07-29T07:52:20Z</dcterms:created>
  <dcterms:modified xsi:type="dcterms:W3CDTF">2026-07-29T07:52:20Z</dcterms:modified>
</cp:coreProperties>
</file>