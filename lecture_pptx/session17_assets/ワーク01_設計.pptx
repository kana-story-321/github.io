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 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設計書を作る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 "何を作るか" をハッキリさせてから、コードは書き始めよう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今日のゴール ─ 何を作るのか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3日間かけて、こんなアプリを作ります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23444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■ 作るもの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73352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保険代理店で使う「お客様のライフプランを見せてくれるAIアプリ」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651760"/>
            <a:ext cx="2651760" cy="38404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📊  40年先までの家計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お客様情報を入れると、収入・支出・貯蓄残高が 40年先まで年ごとに見える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2651760" cy="3840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335584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💡  保険提案のヒント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9242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「いつどんな保険が必要か」の候補が 3〜5個 自動で出てくる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26517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2651760"/>
            <a:ext cx="2651760" cy="38404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2670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📄  そのまま渡せるPDF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27064" y="3154680"/>
            <a:ext cx="235915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お客様に手渡せる 7ページのPDFレポートが 30秒で完成する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全体の道のり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3つのステップで、ライフプランAI を完成させます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0E7C86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設計書を作る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7607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何を作るか、どう作るかを 全部決める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20568" y="2331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▶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7660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664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9664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119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4119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に頼んで 動くアプリを作る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85688" y="23317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▶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41720" y="1417320"/>
            <a:ext cx="2590800" cy="2194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2700">
            <a:solidFill>
              <a:srgbClr val="D7DC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1760" y="1737360"/>
            <a:ext cx="195072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1737360"/>
            <a:ext cx="195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ステップ③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6312" y="2331720"/>
            <a:ext cx="22616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デプロイとテスト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06312" y="2880360"/>
            <a:ext cx="22616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みんなが使える形にして 動作確認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3886200"/>
            <a:ext cx="832104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8862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今日は「ステップ①」= 設計書を作る からスタートします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なぜ「設計書」から作るのか?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いきなりコードを書き始めると、後で困ります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2336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801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いきなり作り始めると…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0936" y="1938528"/>
            <a:ext cx="3584448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途中で「あ、この項目要らなかった」→ 作り直し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AIに何を頼めばいいか固まらず、返る結果が毎回バラバラ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更新するとき「これ誰が決めた?」で止まる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代理店の "強み" が反映されず、市販ツールと変わらない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280160"/>
            <a:ext cx="402336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2801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先に設計書を作ると…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28616" y="1938528"/>
            <a:ext cx="3584448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チーム全員が「何を作るか」を同じ理解でスタート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AIに「この設計通りに作って」と依頼できる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後で誰でも直せる、更新しやすい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うち独自の判断・数値を組み込む場所が明確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今日「設計書」に決めることは、この4つ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全部を AI と壁打ちしながら、スプレッドシートに埋めていきます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1426464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57784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データの入れ物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05740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どんなシートに、何を、どんな並びで保存するか。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更新しやすい構造にする。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9744" y="142646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40680" y="141732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数値の根拠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64608" y="205740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「国の公式データを使う」か「うちの独自の判断」か。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各数値の "出所" を分ける。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85750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7784" y="3003804"/>
            <a:ext cx="502920" cy="50292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557784" y="30038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29946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使うときの画面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" y="363474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サイドバー / Webアプリ / フォーム の3択。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自社の使い方に合うものを1つ選ぶ。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857500"/>
            <a:ext cx="4069080" cy="1440180"/>
          </a:xfrm>
          <a:prstGeom prst="roundRect">
            <a:avLst>
              <a:gd name="adj" fmla="val 5079"/>
            </a:avLst>
          </a:prstGeom>
          <a:solidFill>
            <a:srgbClr val="F4F6F9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9744" y="3003804"/>
            <a:ext cx="502920" cy="502920"/>
          </a:xfrm>
          <a:prstGeom prst="ellipse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4809744" y="30038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440680" y="29946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うちならではの提案パターン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64608" y="3634740"/>
            <a:ext cx="3666744" cy="525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こういう顧客ならこう提案、を3〜5個。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ここで代理店の "らしさ" を入れる。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4434840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434840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★ ここに漏れがあると、良いアプリは作れません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─ データの入れ物 と 数値の根拠 を決める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同梱「W1_設計書テンプレート.xlsx」を開いて 埋めていきます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254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📌 シチュエーション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09928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スプレッドシートを "データの入れ物" として使います。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3〜5枚のシートに分けて、それぞれに何を入れるかを決めます。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数値は「国の公式データ」「うちの独自の判断」「計算で出す」の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3種類に分類します。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30632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3E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1546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AIとの壁打ちヒント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3538728"/>
            <a:ext cx="308152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「AI、保険代理店のライフプランAIをスプシで作りたい。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シートは何枚に分ける?」と Gemini に相談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独自数値の例:投資リターンを控えめ1.5% / 都市部の生活費+15%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更新頻度が違うシートは 分けて持つ(顧客情報と共通前提を分離)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完成見本の "★" マークが 代理店らしさの入れどころ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1234440"/>
            <a:ext cx="46634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234440"/>
            <a:ext cx="466344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2344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今日やること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88536" y="1874520"/>
            <a:ext cx="4224528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W1設計書テンプレートを開き、まず記入見本を眺めて完成イメージを掴む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シート「1_DB設計」で、3〜5枚のシート構成と各列を決める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各シートの "更新頻度" も書く(毎回 / 年1回 / 月1回 など)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シート「2_判断基準・数値」で、15〜20項目を分類する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独自の数値には「なぜその値なのか」を必ず書く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の 完了チェック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ここができていれば、次に進んでOKです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✅ できていればOK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シートが 3〜5枚 決まっている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各シートに 何を入れるか + 更新頻度 が書けている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数値の項目が「公式 / 独自 / 計算」で分類できている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独自の数値には「なぜその値か」が全て書けている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11" name="Text 9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⚠️ 漏れがあると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6918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後で「あの項目忘れてた」→ 作り直し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 "なぜ" が空欄 → 半年後の自分が読んで分からない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顧客情報と共通前提が同じシート → 更新のたび全書き換え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独自の数値ゼロ → 市販ツールと変わらない ",らしさ" 不足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─ 使うときの画面 と 独自の提案パターン を決める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コーディング前に「どんな画面で使うか」と「うちの強み」を言語化します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254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📌 シチュエーション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09928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画面の形式を3つの選択肢から1つ選びます。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A: サイドバー(スプシ内で表示)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B: Webアプリ(独立URL、スマホでもOK)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C: Googleフォーム(入力だけシンプル)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そして、うちならこう提案する というパターンを 3〜5個 言葉にします。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30632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3E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1546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AIとの壁打ちヒント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3538728"/>
            <a:ext cx="308152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「面談は事務所?訪問?」で画面選択が変わる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事務所面談 → サイドバー / 訪問中 → Webアプリ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「AI、30代夫婦+子2人 に強みを出せる提案パターン考えて」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独自パターンは 代理店の実績・連携先(税理士等) を根拠に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1234440"/>
            <a:ext cx="46634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234440"/>
            <a:ext cx="466344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2344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今日やること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88536" y="1874520"/>
            <a:ext cx="4224528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シート「3_UI設計」で 3つの選択肢を比較 → 1つ選ぶ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選んだ画面と 選んだ理由を 3〜5行で書く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シート「4_独自アドバイス」で 提案パターンを 3〜5個 書く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各パターン: どんな顧客?(発動条件)/ 何を提案?/ 根拠は?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提案パターンはスプシに書く → 増やしても更新しやすい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の 完了チェック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ここができていれば、設計書は完成です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E6F4EA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✅ できていればOK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画面の形式が1つ選べた + 選んだ理由が書けた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独自の提案パターンが 3〜5個 書けた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各パターンに 発動条件・提案内容・根拠 が揃った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「これをAIに読ませたら うちらしい提案が出る」感覚がある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280160"/>
            <a:ext cx="4046220" cy="3017520"/>
          </a:xfrm>
          <a:prstGeom prst="roundRect">
            <a:avLst>
              <a:gd name="adj" fmla="val 3030"/>
            </a:avLst>
          </a:prstGeom>
          <a:solidFill>
            <a:srgbClr val="FDECEA"/>
          </a:solidFill>
          <a:ln w="25400">
            <a:solidFill>
              <a:srgbClr val="C76B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solidFill>
            <a:srgbClr val="C76B7A"/>
          </a:solidFill>
          <a:ln/>
        </p:spPr>
      </p:sp>
      <p:sp>
        <p:nvSpPr>
          <p:cNvPr id="11" name="Text 9"/>
          <p:cNvSpPr/>
          <p:nvPr/>
        </p:nvSpPr>
        <p:spPr>
          <a:xfrm>
            <a:off x="4686300" y="1280160"/>
            <a:ext cx="40462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⚠️ 漏れがあると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69180" y="1938528"/>
            <a:ext cx="368046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画面選びが曖昧 → コーディングで何を作るか決まらない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独自パターンなし → AI 出力が汎用的、他社ツールと同じに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根拠が空欄 → 「なぜこの提案?」を お客様に説明できない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コードに提案を書き込む設計 → 更新するたびに開発者呼ぶハメに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ステップ① 完了 = 設計書 = AI と自分たちへの "指示書" が完成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109728" cy="10972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設計書 が「AI への指示書」になる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73736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この設計書を Gemini に見せれば「この通りに作って」と依頼できる状態になりました。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46888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468880"/>
            <a:ext cx="109728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57860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代理店の "らしさ" が反映される土台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97180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独自の数値+独自のアドバイスパターンで、市販ツールにはない強みが出せます。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70332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703320"/>
            <a:ext cx="109728" cy="109728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813048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次は「ステップ② バイブコーディング」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20624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設計書を持って、AI に GAS を書いてもらい、実際に動くアプリを作ります。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2026-07-29T08:32:48Z</dcterms:created>
  <dcterms:modified xsi:type="dcterms:W3CDTF">2026-07-29T08:32:48Z</dcterms:modified>
</cp:coreProperties>
</file>