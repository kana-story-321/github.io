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ワーク① 設計書を作る (DB / 判断基準 / UI / 独自)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コーディング前に、データの持ち方・判断根拠・画面・強みを 全て言語化する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DB設計を固める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スプシに持たせる 3〜5シートと各列を決める(顧客カルテ/前提/独自アドバイス/履歴等)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判断基準・数値の分類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公的指標 / 独自数値 / 計算式 の3種に分けて、代理店の "らしさ" を出す設計に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UI と独自アドバイスの言語化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サイドバー/WebApp/フォーム から選ぶ + 独自アドバイス3〜5パターンを明文化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スプシ = データベース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スプシをアプリのデータ保存先(DB)として使うこと。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からシート/列で読み書き可能。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公的指標 / 独自数値 / 計算式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判断根拠の3分類。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公的指標=国発表の値、独自数値=代理店の実測 or 判断、計算式=データから導出。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UI(ユーザーインターフェース)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ユーザーが操作する画面。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サイドバー(スプシ内)/ WebApp(独立URL)/ フォーム の3種類が選択肢。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独自アドバイスマスタ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"こういう顧客状況なら こういう提案" を代理店ならではの視点で書き出したパターン集。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 = データベース: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テーブル = シート、列 = カラム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公的指標 / 独自数値 / 計算式: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出所を明確にすると更新運用が楽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UI(ユーザーインターフェース):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使うシーンで選ぶ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独自アドバイスマスタ: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プロンプトに埋め込んで強みを反映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DB設計と 判断基準・数値の設計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「顧客ごとに書き換える情報」と「全顧客共通の前提」と「代理店独自のアドバイス」を どのシートに どう分けて持つかを決める。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同梱「W1_設計書テンプレート.xlsx」の 1_DB設計 と 2_判断基準・数値 シートを埋める。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完成イメージは「W1_設計書_完成見本.xlsx」に用意。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「投資リターン」を 公的通り2%にするか、代理店の "控えめ判断" で1.5%にするか — ここに個性が出る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教育費相場は 公的(文科省)が定番、地域補正(都市部は+15%等)は独自数値で追加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独自数値には必ず "なぜ" を書く。後で誰かが更新するとき困らない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完成見本の "★" マーク行が 代理店らしさの入れどころ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DB設計シートで 3〜5シート(顧客カルテ/前提テーブル/独自アドバイスマスタ/シミュレーション履歴 等)を定義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各シートの列を "カンマ区切り" で列挙、データ更新頻度も明記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判断基準・数値シートで 15〜20項目を 公的/独自/計算式 で3分類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独自数値には "なぜその値か" を書く(代理店の実測 or 判断根拠)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「公的指標だけで十分か、独自数値で強みを出すか」を口頭で議論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DB設計と 判断基準・数値の設計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DB分離の妥当性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顧客カルテ / 前提 / 独自アドバイス が別シートに分かれているか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同じシートに 顧客固有と全員共通が混ざっていたら要見直し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判断根拠の分類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各数値が 公的/独自/計算式 のどれかに分類されているか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「独自」の項目には必ず "なぜその値か" が書かれているか目視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更新運用の意識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「誰が いつ 何を見直すか」の視点で列と頻度が設計されているか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公的指標は年1回、独自数値は月1回など 頻度を書けているか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UI設計と 独自アドバイスの言語化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「どの画面でこのAI を使うか」を先に決めないと、コード書き方が決まらない。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サイドバー/WebApp/フォーム の3択から1つ選び、その理由を書く。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あわせて「独自アドバイスマスタ」に代理店ならではの提案パターン 3〜5個を書き出す。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サイドバー=事務所面談中に最速 / WebApp=訪問中や共有向き / フォーム=若手入力+ベテラン確認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独自アドバイスは "誰にとっての強みか" を意識(30代夫婦 / 経営者 / シニア独身 etc.)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提案文言テンプレは 顧客に説明するトーンで(専門用語羅列 NG)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根拠に「当代理店の実績」「連携先(税理士等)」「外部調査」を明記できると信頼度UP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3_UI設計 シートで 3つの UI形式を比較 → 1つ選択 → 選択理由を3〜5行で言語化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選んだ UI が 面談中/訪問中/事務所内 のどのシーンで使いやすいかを確認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4_独自アドバイス シートで 発動条件+提案商品タイプ+提案文言+根拠 のパターンを3〜5個書く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独自アドバイスをどう AI プロンプトに反映するか(スプシ→プロンプト末尾に埋め込む)を確認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完成した設計書を "W2 バイブコーディングの指示書" として使えることを確認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UI設計と 独自アドバイスの言語化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UI選択の理由の明確さ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選んだ UI と 選んだ理由が 3〜5行で言語化できているか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「なんとなくサイドバー」ではなく "面談シーン" 等の根拠があるか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独自アドバイスの具体性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発動条件が "40代夫婦" のように具体的で、AI が判定できる形か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提案文言テンプレが 顧客に読み上げできる自然な日本語か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プロンプト反映方針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このマスタを どうAIに投げ込むかの方針が決まっているか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「スプシから読んでプロンプト末尾に貼る」までを 口頭で説明できるか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設計書が完成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DB / 判断基準・数値 / UI / 独自アドバイス の4面が言語化された。W2 の指示書ができた。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代理店の "らしさ" が入る土台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独自数値+独自アドバイスで、市販ツールにはない強みを反映できる状態に。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次はバイブコーディング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W2 で Gemini に「この設計通りに GAS書いて」と頼み、実装する。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2026-07-29T07:52:20Z</dcterms:created>
  <dcterms:modified xsi:type="dcterms:W3CDTF">2026-07-29T07:52:20Z</dcterms:modified>
</cp:coreProperties>
</file>