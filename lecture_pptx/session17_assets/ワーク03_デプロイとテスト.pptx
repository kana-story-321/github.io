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ステップ ③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デプロイとテスト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みんなが使える形にして、実際のパターンで動作確認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全体の道のり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3つのステップで、ライフプランAI を完成させます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2590800" cy="21945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737360"/>
            <a:ext cx="195072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195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ステップ①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76072" y="2331720"/>
            <a:ext cx="2261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設計書を作る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76072" y="2880360"/>
            <a:ext cx="22616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何を作るか、どう作るかを 全部決める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20568" y="23317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▶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276600" y="1417320"/>
            <a:ext cx="2590800" cy="21945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6640" y="1737360"/>
            <a:ext cx="195072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96640" y="1737360"/>
            <a:ext cx="195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ステップ②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41192" y="2331720"/>
            <a:ext cx="2261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バイブコーディング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441192" y="2880360"/>
            <a:ext cx="22616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に頼んで 動くアプリを作る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85688" y="23317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▶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141720" y="1417320"/>
            <a:ext cx="2590800" cy="2194560"/>
          </a:xfrm>
          <a:prstGeom prst="roundRect">
            <a:avLst>
              <a:gd name="adj" fmla="val 5000"/>
            </a:avLst>
          </a:prstGeom>
          <a:solidFill>
            <a:srgbClr val="0E7C86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61760" y="1737360"/>
            <a:ext cx="1950720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6461760" y="1737360"/>
            <a:ext cx="195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ステップ③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6312" y="2331720"/>
            <a:ext cx="2261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デプロイとテスト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306312" y="2880360"/>
            <a:ext cx="22616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みんなが使える形にして 動作確認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3886200"/>
            <a:ext cx="832104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8862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今日は「ステップ③」= デプロイとテスト、いよいよ最終日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今日のゴール ─ 使える状態にする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作ったアプリを、社内で "本当に使える" 形に仕上げます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234440"/>
          </a:xfrm>
          <a:prstGeom prst="roundRect">
            <a:avLst>
              <a:gd name="adj" fmla="val 5926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■ 作るもの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673352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「みんなで使える + 5パターンで動作確認済み + 運用ルール確定」の状態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1480" y="26517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651760"/>
            <a:ext cx="2651760" cy="38404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" y="2670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🌐  みんなで使える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" y="3154680"/>
            <a:ext cx="23591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サイドバー版なら共有、Webアプリ版なら URLを配布。誰でも実行できる状態に。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26517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651760"/>
            <a:ext cx="2651760" cy="3840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3355848" y="2670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🧪  5パターンで検証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92424" y="3154680"/>
            <a:ext cx="23591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若い子育て・単身・経営者・シニア・エッジ の5ケースで動作と精度を確認。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80760" y="26517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80760" y="2651760"/>
            <a:ext cx="2651760" cy="38404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8" name="Text 16"/>
          <p:cNvSpPr/>
          <p:nvPr/>
        </p:nvSpPr>
        <p:spPr>
          <a:xfrm>
            <a:off x="6190488" y="2670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📋  運用ルールを決める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27064" y="3154680"/>
            <a:ext cx="23591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誰が使う?更新は誰が?お客様への見せ方は?をチームで合意。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今日決めることは、この4つ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デプロイの前に、チームで話し合っておきたいこと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4069080" cy="1440180"/>
          </a:xfrm>
          <a:prstGeom prst="roundRect">
            <a:avLst>
              <a:gd name="adj" fmla="val 5079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" y="1426464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57784" y="14264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誰に使ってもらう?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2648" y="2057400"/>
            <a:ext cx="3666744" cy="525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全社員 / 特定チーム / 訪問先でも / 若手はサポート付きで、など。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69080" cy="1440180"/>
          </a:xfrm>
          <a:prstGeom prst="roundRect">
            <a:avLst>
              <a:gd name="adj" fmla="val 5079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9744" y="1426464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14264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40680" y="141732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どこでチェック?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64608" y="2057400"/>
            <a:ext cx="3666744" cy="525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誰が結果を確認して、修正して、お客様に見せる責任者を決める。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857500"/>
            <a:ext cx="4069080" cy="1440180"/>
          </a:xfrm>
          <a:prstGeom prst="roundRect">
            <a:avLst>
              <a:gd name="adj" fmla="val 5079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7784" y="3003804"/>
            <a:ext cx="502920" cy="50292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557784" y="30038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88720" y="29946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更新は誰がやる?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2648" y="3634740"/>
            <a:ext cx="3666744" cy="525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独自アドバイスの追加(月1回)、公的数値の見直し(年1回) の担当を決める。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857500"/>
            <a:ext cx="4069080" cy="1440180"/>
          </a:xfrm>
          <a:prstGeom prst="roundRect">
            <a:avLst>
              <a:gd name="adj" fmla="val 5079"/>
            </a:avLst>
          </a:prstGeom>
          <a:solidFill>
            <a:srgbClr val="F4F6F9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09744" y="3003804"/>
            <a:ext cx="502920" cy="502920"/>
          </a:xfrm>
          <a:prstGeom prst="ellipse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4809744" y="30038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440680" y="29946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アクセスの範囲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64608" y="3634740"/>
            <a:ext cx="3666744" cy="525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「全員(公開)」は NG、「Workspace内」が推奨(お客様情報を扱うため)。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1480" y="4434840"/>
            <a:ext cx="8321040" cy="411480"/>
          </a:xfrm>
          <a:prstGeom prst="roundRect">
            <a:avLst>
              <a:gd name="adj" fmla="val 13333"/>
            </a:avLst>
          </a:prstGeom>
          <a:solidFill>
            <a:srgbClr val="E8A33D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434840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★ 決めておかないと、便利ツールが "誰も責任持たない放置ツール" に…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─ デプロイ (使える形に公開)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設計書で選んだ画面によって、デプロイ手順が変わります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4F6F9"/>
          </a:solidFill>
          <a:ln w="2540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📌 シチュエーション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09928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「デプロイ」= 作ったアプリを "みんなが使える場所" に置くこと。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サイドバー版なら スプレッドシートを共有するだけ。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Webアプリ版なら GAS を "ウェブアプリ" として公開して URL を発行します。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同梱「W3_デプロイ手順書.md」に3パターンの手順があります。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306324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3E0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1546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AIとの壁打ちヒント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3538728"/>
            <a:ext cx="308152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Webアプリの「安全ではない...」画面 → 自分のアプリだから許可でOK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URLの拡散リスクを避けるため、DM や 招待メールで個別配布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コード修正後は「デプロイ管理」→ 編集 →「新しいバージョン」で URL維持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「Google に確認されていません」は普通、実害なし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69080" y="1234440"/>
            <a:ext cx="46634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1234440"/>
            <a:ext cx="466344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12344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今日やること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88536" y="1874520"/>
            <a:ext cx="4224528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サイドバー版なら:スプシ右上「共有」で 編集者権限を Workspace 内に付与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Webアプリ版なら:「デプロイ」→「新しいデプロイ」→「ウェブアプリ」で URL 発行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アクセス範囲は「Workspace内」を選択(お客様情報を扱うため公開はNG)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別のアカウントで開いて 動作確認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APIキーが安全に守られているか 最終チェック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の 完了チェック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ここができれば、デプロイは完了です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4046220" cy="3017520"/>
          </a:xfrm>
          <a:prstGeom prst="roundRect">
            <a:avLst>
              <a:gd name="adj" fmla="val 3030"/>
            </a:avLst>
          </a:prstGeom>
          <a:solidFill>
            <a:srgbClr val="E6F4EA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80160"/>
            <a:ext cx="404622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280160"/>
            <a:ext cx="40462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✅ できていればOK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938528"/>
            <a:ext cx="368046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別のアカウント(同僚のPCなど)で実際に動く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URL または共有スプシを チームに配布できる状態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アクセス範囲が Workspace内 に絞られている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APIキーが スクリプトプロパティ経由で安全に管理されている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86300" y="1280160"/>
            <a:ext cx="4046220" cy="3017520"/>
          </a:xfrm>
          <a:prstGeom prst="roundRect">
            <a:avLst>
              <a:gd name="adj" fmla="val 3030"/>
            </a:avLst>
          </a:prstGeom>
          <a:solidFill>
            <a:srgbClr val="FDECEA"/>
          </a:solidFill>
          <a:ln w="25400">
            <a:solidFill>
              <a:srgbClr val="C76B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86300" y="1280160"/>
            <a:ext cx="4046220" cy="502920"/>
          </a:xfrm>
          <a:prstGeom prst="rect">
            <a:avLst/>
          </a:prstGeom>
          <a:solidFill>
            <a:srgbClr val="C76B7A"/>
          </a:solidFill>
          <a:ln/>
        </p:spPr>
      </p:sp>
      <p:sp>
        <p:nvSpPr>
          <p:cNvPr id="11" name="Text 9"/>
          <p:cNvSpPr/>
          <p:nvPr/>
        </p:nvSpPr>
        <p:spPr>
          <a:xfrm>
            <a:off x="4686300" y="1280160"/>
            <a:ext cx="40462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⚠️ 漏れがあると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69180" y="1938528"/>
            <a:ext cx="368046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アクセス範囲が「全員(公開)」 → 情報漏洩リスク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APIキーをコードに直書き → GitHub等に上げたら大惨事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コード修正で「新しいデプロイ」を毎回作る → URLが増殖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 PC でしか動かない → デプロイの意味なし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─ 5パターンでテスト + 運用ルール決定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実際の顧客ケースを模した 5シナリオで精度を確認します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4F6F9"/>
          </a:solidFill>
          <a:ln w="2540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📌 シチュエーション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09928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同梱「W3_テストシナリオ集.md」の 5パターンを順に実行: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 若い子育て世帯 / ② 単身低収入 / ③ 経営者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④ シニア独身 / ⑤ データ不足エッジ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結果を「シミュレーション履歴」シートに記録し、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AIの得意・苦手 と 独自アドバイスの発動状況を把握します。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306324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3E0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1546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AIとの壁打ちヒント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3538728"/>
            <a:ext cx="308152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テストで発見した課題は 演習1のバイブコーディングに戻って修正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破綻シナリオは「危機感煽り」にならないトーンかチェック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独自アドバイス発火漏れは AI に「このケースで反応するように調整して」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運用ルールは "紙(スプシ)に書く" — 口約束は忘れられる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69080" y="1234440"/>
            <a:ext cx="46634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1234440"/>
            <a:ext cx="466344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12344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今日やること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88536" y="1874520"/>
            <a:ext cx="4224528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5パターンを順に実行、それぞれ結果をスクショ or メモ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独自アドバイスが期待通りに発動しているか確認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エッジケース(データ不足)で アプリがクラッシュしないか確認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「シミュレーション履歴」シートに 5件分の結果を記録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運用ルールをスプシに書き残す(誰が/いつ/何を/どう)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の 完了チェック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ここまで来れば、ライフプランAI 完成です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4046220" cy="3017520"/>
          </a:xfrm>
          <a:prstGeom prst="roundRect">
            <a:avLst>
              <a:gd name="adj" fmla="val 3030"/>
            </a:avLst>
          </a:prstGeom>
          <a:solidFill>
            <a:srgbClr val="E6F4EA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80160"/>
            <a:ext cx="404622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280160"/>
            <a:ext cx="40462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✅ できていればOK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938528"/>
            <a:ext cx="368046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5パターン全て実行し、期待結果と比較できた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独自アドバイスの発火傾向が把握できた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シミュレーション履歴に 5件記録された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運用ルール(誰が/いつ/何を確認/顧客への見せ方) が明文化された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86300" y="1280160"/>
            <a:ext cx="4046220" cy="3017520"/>
          </a:xfrm>
          <a:prstGeom prst="roundRect">
            <a:avLst>
              <a:gd name="adj" fmla="val 3030"/>
            </a:avLst>
          </a:prstGeom>
          <a:solidFill>
            <a:srgbClr val="FDECEA"/>
          </a:solidFill>
          <a:ln w="25400">
            <a:solidFill>
              <a:srgbClr val="C76B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86300" y="1280160"/>
            <a:ext cx="4046220" cy="502920"/>
          </a:xfrm>
          <a:prstGeom prst="rect">
            <a:avLst/>
          </a:prstGeom>
          <a:solidFill>
            <a:srgbClr val="C76B7A"/>
          </a:solidFill>
          <a:ln/>
        </p:spPr>
      </p:sp>
      <p:sp>
        <p:nvSpPr>
          <p:cNvPr id="11" name="Text 9"/>
          <p:cNvSpPr/>
          <p:nvPr/>
        </p:nvSpPr>
        <p:spPr>
          <a:xfrm>
            <a:off x="4686300" y="1280160"/>
            <a:ext cx="40462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⚠️ 漏れがあると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69180" y="1938528"/>
            <a:ext cx="368046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テストなしでデプロイ → 現場で予想外の挙動、信頼失う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運用ルール曖昧 → 「担当が確認する」で結局誰も見ない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AI出力を無検証で顧客に見せる → 誤情報リスク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独自アドバイス発火漏れ放置 → うちらしさが出ない汎用ツールのまま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3日間の成果と、これから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ステップ③ 完了 = ライフプランAI が完成、現場で使える状態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09728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109728" cy="10972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44168"/>
            <a:ext cx="8001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ライフプランAI が完成しました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737360"/>
            <a:ext cx="8001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 → 実装 → デプロイ&amp;テスト の3ステップで、うちらしいAIツールが手に入りました。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2468880"/>
            <a:ext cx="8321040" cy="109728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468880"/>
            <a:ext cx="109728" cy="10972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578608"/>
            <a:ext cx="8001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この作り方は他業務にも応用できる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2971800"/>
            <a:ext cx="8001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「設計 → バイブコーディング → テスト」は 議事録AI、引受判定AI など どんな業務にも使える型です。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703320"/>
            <a:ext cx="8321040" cy="109728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3703320"/>
            <a:ext cx="109728" cy="109728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813048"/>
            <a:ext cx="8001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育てていく運用に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206240"/>
            <a:ext cx="8001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 独自アドバイスを1つ追加、年1回 前提数値を見直し。使うほど賢くなるツールに育てましょう。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2026-07-29T08:32:48Z</dcterms:created>
  <dcterms:modified xsi:type="dcterms:W3CDTF">2026-07-29T08:32:48Z</dcterms:modified>
</cp:coreProperties>
</file>