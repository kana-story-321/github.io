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ワーク③ デプロイとテスト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"社内で使える" 状態にデプロイし、5シナリオで精度を実測、運用ルールを決める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デプロイして "使える状態" に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W1で選んだ UI形式に応じたデプロイ手順で 社内 or Web に公開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5シナリオで精度検証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若年子育て/単身低収入/経営者/シニア/エッジ の5パターンで実測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運用ルール確定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誰が使うか、独自アドバイス更新頻度、監査ログ、失敗時の対応を決める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ウェブアプリ デプロイ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プロジェクトを URL 経由で使える形に公開すること。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「デプロイ」→「新しいデプロイ」から実行。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アクセスユーザー / 実行ユーザー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アクセスユーザー=誰が使えるか、実行ユーザー=どの権限で API 呼出するか(通常は自分)。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バージョン管理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コード修正後のデプロイで "新しいバージョン" を選ぶこと。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 を維持したまま最新化される。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シミュレーション履歴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実行日時+顧客ID+結果 を残すスプシ運用。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監査+改善の材料。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ウェブアプリ デプロイ: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アクセス範囲・実行者を設定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アクセスユーザー / 実行ユーザー: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自分に統一するとAPI課金も自分に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バージョン管理: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 新しいデプロイ にすると URL 増える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シミュレーション履歴: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個人情報管理と両立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デプロイ (W1で選んだ UI形式に応じて)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W2 で作った GAS を "使える形" にする。同梱「W3_デプロイ手順書.md」に3パターンの手順あり。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で選んだ UI に応じたパターンを選び、デプロイ→権限設定→動作確認 まで。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キー漏洩の再確認: スクリプトプロパティ経由か、コード直書きがないか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「実行ユーザー」を "自分" にすると 他ユーザー実行時もAPI課金は自分側 (無料枠に注意)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コード修正後は 「デプロイ管理」→ 編集 → "新しいバージョン" を選択(URL維持)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Docs レポートの "AGENCY_NAME" が入っているか 別ユーザー実行で確認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選択が A(サイドバー): スプシ共有設定 → 別アカウントでメニュー表示確認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選択が B(WebApp): 「デプロイ」→「ウェブアプリ」→ URL発行 → 別ブラウザで動作確認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選択が C(フォーム): Googleフォーム作成 → onFormSubmit トリガー設定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アクセス範囲を決定: 全員(限定なし) / Workspace限定 / 特定ユーザー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別ユーザーでアクセスして 実際に動くことを確認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デプロイ (W1で選んだ UI形式に応じて)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デプロイ成功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URL(WebApp) or 共有(サイドバー)で 別ユーザーが実行できる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動作、Docs 生成 が別ユーザーからも走るか確認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アクセス範囲の妥当性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個人情報を扱うので "全員(限定なし)" は避ける、社内限定が基本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アクセスユーザー範囲が具体的に決まっているか目視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更新運用の準備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コード修正時の "新しいバージョン" デプロイ手順を理解しているか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再デプロイの担当者が決まっているか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5シナリオ実測 + 運用ルール決定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同梱「W3_テストシナリオ集.md」の5シナリオ(若年子育て/単身低収入/経営者/シニア/エッジ)で実測。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結果を「シミュレーション履歴」シートに記録、精度と傾向を把握、運用ルールを決める。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「エッジシナリオ」(データ不足)で クラッシュしないか必ず確認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破綻シナリオでは "危機感煽り" にならない総評トーンかチェック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独自アドバイスの発火漏れは W2 に戻ってプロンプト強化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運用ルールに "AI 出力をレビューなしで顧客に見せない" を必須明記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5シナリオを順に実行、期待結果と実結果を比較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シミュレーション履歴シートに 破綻年/最大貯蓄/提案フック数/独自アドバイス反映 を記録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独自アドバイスが期待通り発火しないパターンを特定 → プロンプト修正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運用ルール決定: 誰が使う / 独自アドバイス更新頻度 / 監査ログ運用 / 失敗時の連絡先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テストシナリオ集 のチェックリスト全項目 ✓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5シナリオ実測 + 運用ルール決定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シナリオ網羅性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5シナリオ全て(正常/破綻/高収入/シニア/エッジ) を実測したか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各シナリオの期待結果 と 実結果 が一致 or 差分が言語化されている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独自アドバイスの効果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シナリオ別に 該当する独自アドバイスが発火しているか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発火しないパターンは プロンプトの修正で改善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運用ルールの実効性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"誰が使う/何を確認/更新頻度" が具体的か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曖昧なルール("チームで運用" 等) になっていないか目視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運用開始できる状態に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デプロイ完了、5シナリオ検証済み、運用ルール確定。今日から現場で使える。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独自アドバイスで "らしさ" 発揮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公的指標だけの汎用ツールと違い、代理店独自の提案が AI 経由で出る。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改善サイクル継続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 独自アドバイス追加+テスト再実行、四半期に前提テーブル見直し で成長し続けるツールに。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2026-07-29T07:52:20Z</dcterms:created>
  <dcterms:modified xsi:type="dcterms:W3CDTF">2026-07-29T07:52:20Z</dcterms:modified>
</cp:coreProperties>
</file>