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ワーク① 設計書を作る (DB / 判断基準 / UI / 独自)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コーディング前に、データの持ち方・判断根拠・画面・強みを 全て言語化する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DB設計と 判断基準・数値の設計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【生徒への声かけ例】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・「W1_設計書_完成見本.xlsx を開いて、まず 5分眺めて "この粒度で書けばOK" を掴んで」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・「シート名は "顧客カルテ" "前提テーブル" は必須、独自アドバイス と 履歴 も推奨」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・「投資リターンを 2%にするか 1.5%にするか、あなたの判断は?」を口頭で議論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・「独自数値には必ず "なぜ" を書く。半年後の自分が読んで分かる状態に」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【生徒が Gemini に投げる相談例】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「保険代理店の ライフプランAI をGASで作る。スプシに保存するデータの設計を助けて。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想定機能: 顧客ヒアリング → 40年CF計算 → 保険提案フック生成 → Docs レポート。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どんなシート構成が適切?」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・DB設計シートに 3〜5シート の定義が入っている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・各シートの列と 更新頻度が書かれている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・判断基準・数値シートに 15項目以上が 公的/独自/計算式 で分類されている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・独自数値の項目に "なぜその値か" が全行書かれている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・「シート全部で1つでいいのでは?」と聞かれたら、「更新頻度が違うから分ける」と答える。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・独自数値なしで公的だけで済ませようとする生徒に「他社と差別化できない」と促す。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・数値の出所が空欄の行に注意、後で更新できなくなる。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・完成見本を "そのままコピー" させない、自分の代理店で扱ってる数値に置き換えさせる。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UI設計と 独自アドバイスの言語化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【UI選択の判断軸】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サイドバー: 事務所での面談が中心なら◎、スプシ横で顧客カルテ見ながら実行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WebApp: 訪問先 or 支店複数 or スマホ利用ありなら◎、URL共有だけで済む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フォーム: 若手が入力しベテランが確認するチーム運用なら◎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【独自アドバイスマスタ 記入のコツ】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発動条件を "30代夫婦+子2人" のように AI が判定できる具体条件で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提案文言は 顧客に読み上げできる自然文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 根拠は「当代理店20件の実績」「税理士連携」等、信頼性を担保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【生徒が Gemini に投げる相談例】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「保険代理店で こういう顧客層(例:30代子育て世帯)への 独自の提案パターンを言語化したい。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発動条件と提案商品タイプ、提案文言テンプレ の形で 3案 提案して」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・UI選択が確定、選んだ理由が言語化されている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 3〜5個 が発動条件+商品タイプ+文言+根拠 で書けている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 プロンプトへの反映方法が理解されている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・「独自アドバイスなくても AI が提案してくれるのでは?」→ その通りだが 汎用的で "らしさ" ゼロ。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・提案商品タイプは 汎用名(学資保険 等)まで、特定商品名は書かない(第15回マスタとの二重管理を防ぐ)。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・UI選択で迷ったら「初回はサイドバーで、慣れたらWebAppに拡張」もOK。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・独自アドバイスは月1個ずつ追加する運用ペースで OK と伝える。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