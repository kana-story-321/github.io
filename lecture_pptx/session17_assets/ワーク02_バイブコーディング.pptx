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 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設計書を AI に渡して、動くアプリを一気に作る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全体の道のり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3つのステップで、ライフプランAI を完成させます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設計書を作る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607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何を作るか、どう作るかを 全部決める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2056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7660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0E7C86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664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59664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119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4119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 動くアプリを作る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568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172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176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631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デプロイとテスト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0631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みんなが使える形にして 動作確認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886200"/>
            <a:ext cx="832104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8862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今日は「ステップ②」= バイブコーディング です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今日のゴール ─ アプリを動かす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昨日の設計書を "動くもの" に変えます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23444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■ 作るもの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73352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「お客様情報を入れる → ボタンを押す → 30秒で結果が出る」を実現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651760"/>
            <a:ext cx="265176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💻  AIに書かせる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設計書をAIに渡して「この通りに GAS書いて」と依頼。返ってきたコードを貼付ける。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2651760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35584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▶️  動かして確認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9242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ボタン1つで シミュレーションが走り、40年家計表と保険提案が返る。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2651760"/>
            <a:ext cx="2651760" cy="38404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📄  PDFレポートも自動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お客様に渡せる 7ページのPDFが Google ドライブに自動保存される。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「バイブコーディング」って何?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コードを1文字も書かず、AI に頼んで作る やり方です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2336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これまでの作り方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" y="1938528"/>
            <a:ext cx="3584448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1行ずつ書く → 何日もかかる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文法エラーで止まる → 検索して調べる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「あれ、この関数どう使う?」で毎回止まる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プログラマーじゃないと厳しい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280160"/>
            <a:ext cx="402336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28616" y="1938528"/>
            <a:ext cx="3584448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に「こういうの作って」と日本語で頼む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返ってきたコードをコピペ、動かしてみる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エラーが出たら AI に「これ直して」と貼付ける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完璧を目指さない、動いたらOK、詳細は後で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今日やることは、この3つ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スプレッドシートに GAS を貼付けて、AIと対話しながら仕上げます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142646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5778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GAS を貼付けて動かす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同梱の「Code_ライフプランAI.gs」を貼付けて 動作確認。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9744" y="142646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4068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独自のアドバイスを組み込む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6460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設計書の「独自アドバイス」を AIへの依頼文に追加。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5750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" y="3003804"/>
            <a:ext cx="502920" cy="502920"/>
          </a:xfrm>
          <a:prstGeom prst="ellipse">
            <a:avLst/>
          </a:prstGeom>
          <a:solidFill>
            <a:srgbClr val="7C5F8A"/>
          </a:solidFill>
          <a:ln/>
        </p:spPr>
      </p:sp>
      <p:sp>
        <p:nvSpPr>
          <p:cNvPr id="17" name="Text 15"/>
          <p:cNvSpPr/>
          <p:nvPr/>
        </p:nvSpPr>
        <p:spPr>
          <a:xfrm>
            <a:off x="557784" y="30038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29946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画面 と PDFレポートを追加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" y="363474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設計書で選んだ画面(サイドバー / Webアプリ)を実装。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43484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43484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★ 動きが変な所は AI に貼付けて「直して」と頼む — それがバイブコーディング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─ シミュレーション本体を動かす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を貼付けて、記入例で 40年家計表が出るところまで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スプレッドシートに GAS を貼付けます。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「Gemini APIのキー」という 特別なパスワードを設定 して、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ボタン1つで シミュレーションが走る状態を作ります。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まずは記入見本のお客様データで動作確認します。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エラーが出たら Logger のログを AI に貼って「これ直して」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APIキーは絶対に コードに直書きしない(スクリプトプロパティ経由)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「安全ではない...」画面 → 自分のスクリプトだから許可でOK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独自アドバイスの追加は AI に「これをプロンプトに追加して」と依頼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ライフプラン入力テンプレをスプシで開く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拡張機能 → Apps Script で「Code_ライフプランAI.gs」を貼付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AI Studio で Gemini APIキーを発行 → スクリプトプロパティに登録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testSetup関数で権限承認 → メニュー「ライフプランAI」表示確認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「▶ シミュレーション実行」で 40年家計表が出ることを確認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ここができていれば、演習2 に進めます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testSetup が全項目 OK で通っている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「▶ シミュレーション実行」で 40年家計表が出る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貯蓄残高の折れ線グラフが自動生成されている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独自アドバイスが 保険提案フックに反映されている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APIキーが未設定 → シミュレーション動かない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APIキーをコードに直書き → 漏洩リスク、絶対NG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独自アドバイスなしで実行 → 汎用的な提案しか出ない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エラーが出たまま次に進む → 後で原因不明のバグに悩む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─ 画面 と PDFレポート を追加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設計書で選んだ画面と、お客様に渡す PDF機能を実装します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設計書のW1で選んだ画面を作ります。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同梱ファイルに 完成版の HTML が入っているので、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貼付けて動作確認するだけで OK です。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さらに、お客様に渡せる PDF レポートを生成する機能も追加します。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画面は「選んだ方だけ」実装、両方はやらない(混乱の元)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PDFの代理店ロゴ・色は 後で Google Docs 側で調整可能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「これに顧客名を入れたい」等の要望は AI に相談して機能追加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レポート生成は 数十秒かかる、ぼーっと待つ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サイドバー選択なら「Sidebar.html」を貼付、動作確認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Webアプリ選択なら「WebApp.html」+「W2_Code_WebApp追加.gs」を貼付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「Code_レポート生成.gs」を貼付、AGENCY_NAME に代理店名を書く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メニュー「📄 顧客向けレポート出力」で PDF が Drive に保存されるか確認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PDFを開いて 7ページ構成(表紙・情報・総評・グラフ・家計表・提案・免責)を確認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ここができれば、ステップ② は完了です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選んだ画面から実行できる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 → 結果表示 → PDFが Drive に保存 が全部つながる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PDFに 代理店名(AGENCY_NAME)が入っている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PDFが 7ページ構成で 顧客に渡せる品質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画面が動かない → 実際の面談で使えない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PDF出力なし → 顧客への説明資料が手作りに戻る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代理店名が入っていない → プロっぽくない、"AI感" 丸出し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PDFレイアウトが崩れている → 顧客に渡す前に必ず確認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ステップ② 完了 = 動くアプリが手に入りました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10972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動くツールが完成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73736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30秒で 40年家計表と保険提案が出て、PDFで顧客に渡せる状態になりました。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4688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468880"/>
            <a:ext cx="109728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57860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バイブコーディングの体験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「AIに頼んで貼付」でアプリが作れる、この作り方に慣れました。他業務にも応用できます。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70332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703320"/>
            <a:ext cx="109728" cy="109728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81304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次は「ステップ③ デプロイとテスト」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20624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動くアプリをチーム全員で使える形にして、5パターンでテストします。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2026-07-29T08:32:48Z</dcterms:created>
  <dcterms:modified xsi:type="dcterms:W3CDTF">2026-07-29T08:32:48Z</dcterms:modified>
</cp:coreProperties>
</file>