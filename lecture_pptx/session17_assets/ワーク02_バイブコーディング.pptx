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ワーク② バイブコーディング (GAS + Gemini)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設計書を Gemini に見せて "この通りに GAS 書いて" と頼み、動かして体験する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学習目標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2468880" cy="7315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1264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GAS + Gemini の基本実装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1264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顧客カルテ+前提テーブル読込 → Gemini呼出 → シート/Docs書出 の一連の流れを実装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417320"/>
            <a:ext cx="2468880" cy="7315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344728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4728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UI 実装 (W1で選んだもの)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4728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サイドバー or WebApp を HtmlService で実装、ボタン→サーバー関数呼出の仕組み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076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417320"/>
            <a:ext cx="2468880" cy="73152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628192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28192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独自アドバイスの組込み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28192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W1 の独自アドバイスマスタを プロンプトに埋め込んで 代理店らしさを反映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STEP1: 抑えておきたい用語と仕様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417320"/>
            <a:ext cx="1979676" cy="3383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バイブコーディング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Gemini に "こういうの作って" と依頼して 返ってきたコードをコピペして動かす作り方。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510028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0028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E8A33D"/>
          </a:solidFill>
          <a:ln/>
        </p:spPr>
      </p:sp>
      <p:sp>
        <p:nvSpPr>
          <p:cNvPr id="11" name="Shape 9"/>
          <p:cNvSpPr/>
          <p:nvPr/>
        </p:nvSpPr>
        <p:spPr>
          <a:xfrm>
            <a:off x="2510028" y="1417320"/>
            <a:ext cx="1979676" cy="3383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2638044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HtmlService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74620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 で HTMLファイルを扱う仕組み。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サイドバー・WebApp・ダイアログ の生成に使う。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54296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54296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1F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4654296" y="1417320"/>
            <a:ext cx="1979676" cy="33832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4782312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responseSchema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18888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Gemini API に "この JSON 構造で返して" と厳密指定する仕組み。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798564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7C5F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98564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7C5F8A"/>
          </a:solidFill>
          <a:ln/>
        </p:spPr>
      </p:sp>
      <p:sp>
        <p:nvSpPr>
          <p:cNvPr id="21" name="Shape 19"/>
          <p:cNvSpPr/>
          <p:nvPr/>
        </p:nvSpPr>
        <p:spPr>
          <a:xfrm>
            <a:off x="6798564" y="1417320"/>
            <a:ext cx="1979676" cy="338328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22" name="Text 20"/>
          <p:cNvSpPr/>
          <p:nvPr/>
        </p:nvSpPr>
        <p:spPr>
          <a:xfrm>
            <a:off x="6926580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DocumentApp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63156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 から Google Docs を作成・編集できる API。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顧客向け PDFレポート生成に使う。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65760" y="43891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バイブコーディング: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空気感(vibe)だけで作る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HtmlService: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サーバー関数は google.script.run で呼出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responseSchema: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出力の暴走を防ぐ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DocumentApp: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表・見出し・書式も操作可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メイン処理 (シミュレーション本体) をバイブコーディング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W1 の設計書 を Gemini に見せて、GAS のメイン関数を書いてもらう。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同梱「Code_ライフプランAI.gs」が完成形の見本、まず貼付して動かし、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設計書に合わせて 部分修正 or Gemini に修正依頼していく流れ。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「Code_ライフプランAI.gs をこの設計書に合わせて改造して」と Gemini に依頼するのがバイブコーディング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エラー時は Logger のログを Gemini に貼って「これ何?」と聞く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独自アドバイスの埋め込みは buildPrompt_ 関数の末尾に文字列連結で追加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コード全読解を求めない、動作原理を掴んで詳細は困った時に読む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スプシ「ライフプラン入力テンプレ.xlsx」をアップロード → 拡張機能 → Apps Script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Code_ライフプランAI.gs 貼付、スクリプトプロパティに GEMINI_API_KEY 設定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関数 testSetup で権限承認 → メニュー「ライフプランAI」→「▶ シミュレーション実行」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記入例で実行し、40年CFと保険提案フックが出ることを確認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W1 の独自アドバイスマスタ を プロンプトに追加する方法を Gemini に相談 → 修正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メイン処理 (シミュレーション本体) をバイブコーディング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セットアップ完了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testSetup が全項目 OK で返るか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「顧客カルテ 項目数」「前提テーブル 項目数」が期待値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基本動作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記入例で 40年CF が正しく出るか、破綻/最大貯蓄 の指標が妥当か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「シミュレーション結果」シートに 40行 + サマリ + グラフ + 提案フック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独自アドバイス反映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W1で書いた独自アドバイスがプロンプトに組み込まれ、AI 出力に反映されているか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保険提案フックに 代理店らしい提案 が出ているか目視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UI と 顧客向けレポート出力 をバイブコーディング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W1 で選んだ UI(サイドバー / WebApp)を実装、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「▶ 実行」ボタンから 30秒で結果が返る + Google Docs レポートが生成される 状態を作る。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サイドバーは スプシメニュー起動、WebApp は URL アクセス — 選んだ方だけ実装で OK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HtmlService のイベントは google.script.run.関数名() で呼ぶ (第11回で学習済み)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レポート生成の Google Docs は 数十秒かかる、ぼーっと待つ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AGENCY_NAME を Code_レポート生成.gs の冒頭で設定 → 全レポートに反映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UI選択が A(サイドバー): 同梱 Sidebar.html を貼付、メニューから起動テスト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UI選択が B(WebApp): 同梱 WebApp.html + W2_Code_WebApp追加.gs を貼付、W3 でデプロイ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顧客向けPDFレポート: 同梱 Code_レポート生成.gs を貼付、メニュー「📄 顧客向けレポート出力」で動作確認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サイドバー/WebApp から 実行→結果表示→レポート出力 の一連が回ることを確認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ここまでで機能実装は完了、W3 でデプロイ・テストへ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UI と 顧客向けレポート出力 をバイブコーディング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UI 動作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選んだ UI が動く(実行ボタン→結果表示)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エラーが出た時のユーザー通知が親切か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レポート品質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PDF レポートが 7ページ構成で出るか、表紙〜免責まで揃っているか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代理店名(AGENCY_NAME)が入っているか確認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一連の流れ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入力→実行→結果表示→PDF出力 が スムーズか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途中で詰まる箇所があれば エラーハンドリング追加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今日の持ち帰り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37160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5544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71907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508760" y="169164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動くツールが完成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121408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W1 設計書通りに GAS が動き、シミュレーション+レポート出力が回る。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07208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9718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508760" y="2944368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バイブコーディングの体験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337413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「AI に頼んで貼付」の作り方に慣れる。詳細理解より "動かして直す" 姿勢に。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059936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422452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508760" y="4197096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次はデプロイ+テスト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4626864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W3 で 使える形にデプロイ、5シナリオでテストして精度を検証する。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2026-07-29T07:52:20Z</dcterms:created>
  <dcterms:modified xsi:type="dcterms:W3CDTF">2026-07-29T07:52:20Z</dcterms:modified>
</cp:coreProperties>
</file>