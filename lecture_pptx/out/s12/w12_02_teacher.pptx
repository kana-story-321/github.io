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自動配信の実装と安全機構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集めた原稿を、無料枠内で、Webhookを触らずに、安全に届ける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broadcast配信GASをバイブコーディング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Apps Script で LINE 公式アカウントの broadcast 配信 GAS 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(1) スプシ「配信予約」から「日付=今日 &amp; OK=TRUE &amp; 配信済み=空」の先頭1行を取得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(2) LINE Messaging API の /v2/bot/message/broadcast にPOST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Authorization: Bearer &lt;CHANNEL_ACCESS_TOKEN&gt; (スクリプトプロパティから)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body: {messages: [{type: "text", text: 本文 + "\n\n出典: " + URL}]}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(3) 送信成功したら「配信済み」列に日時を記録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(4) エラー時は Logger.log + false を返す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(5) Webhook設定タブは触らない (Lステップ連携を保つ)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・broadcast配信GAS本体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・自分アカウントでテスト配信 → 出典URL付きで届く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・LINE Developers の Webhook 設定は無変更のまま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・Webhookタブの位置を最初に見せて "絶対触らない" を強調(スクショで印象付け)。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・トークン漏洩を実演で防ぐ: GAS内でLogger.log(TOKEN)しないよう注意。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・broadcastは実行するとリセットできない配信履歴を作る。テストは自分だけで。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自動化+安全機構 (定時+無料枠監視+通知)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上のbroadcast GAS に以下の安全機構を追加してください。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(1) 時間トリガー: 平日朝9時に自動実行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(2) 月間通数カウンター: スクリプトプロパティ MONTHLY_COUNT と MONTH_YYYYMM を管理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- 月が変わったら 0 にリセット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- 送信前に (友だち数 × 1) を加算し、200を超えるならスキップ+通知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- 友だち数は LINE API /v2/bot/insight/followers から取得(取れなければ固定値)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(3) try-catchで例外を捕捉、エラー時に管理者メール通知(MailApp.sendEmail)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(4) 全処理でLogger.logで痕跡を残す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・時間トリガー登録済み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・カウンターが月替わりでリセット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・200通閾値でスキップ+通知が動く(閾値を10などに変えてテスト)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・エラー時に管理者にメールが届く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・「なぜカウンター？」を口頭で説明させる → 無料枠を超えると翌月まで送れない。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・閾値テストで10通に一時変更 → 本番200通に戻すチェックリストを作らせる。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・トリガー実行時は UI が使えない。alert() は動かず、通知は MailApp のみ。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2026-07-03T05:15:01Z</dcterms:created>
  <dcterms:modified xsi:type="dcterms:W3CDTF">2026-07-03T05:15:01Z</dcterms:modified>
</cp:coreProperties>
</file>