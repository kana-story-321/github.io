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有益情報配信の設計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忘れられない営業マンになるための「配信コンセプト」を固める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ザイオンス効果を理解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繰り返し接触の心理効果と適切な配信頻度を学ぶ。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コンセプトを3軸で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誰に・何を・どんな立ち位置で配信するかを言語化。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情報収集+成形プロンプト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テーマを渡すと配信原稿が出るプロンプトを完成。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ザイオンス効果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同じ人を繰り返し見ると好感度・信頼が上がる心理現象(単純接触効果)。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配信コンセプト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ブランディング3軸とは別軸で、配信専用に決める「誰に何をどんなトーンで」。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一次情報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公的機関や業界誌など、信頼性の高い情報源から得た一次データ。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プロンプトテンプレ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毎回使うプロンプトの雛形。変数だけ差し替えて再利用する。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週1〜2回が最適。3回超は逆効果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配信の判断基準になる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一次情報: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が嘘をつかないよう情報源指定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プロンプトテンプレ: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時短と品質安定の両立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配信コンセプトを3軸で設計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配信したいが、何を発信するか決まっていない。週1配信を3ヶ月続けられる軸を作る。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に「保険営業の有益情報配信コンセプトを3軸で設計」と依頼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自分の3軸と現状の発信内容を共有してから依頼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頻度は「無理なく続けられる」を最優先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スプシで「配信コンセプトシート」として保存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ターゲット読者像を1段落で具体化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提供する価値を3つ言語化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差別化される立ち位置を1文で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配信頻度+曜日+時間帯を確定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配信コンセプトを3軸で設計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ターゲット解像度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「30代共働き」など属性で止まらず、状況や悩みまで言語化されているか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「○○で困っている人」まで具体化させる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差別化の言語化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「同じ保険営業との違い」が一文で説明できるか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「私だけの強み」をAIに5パターン挙げさせる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継続可能性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3ヶ月続けられる頻度・テーマ幅か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頻度は半分から始める。週2より週1の方が続く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情報収集+成形プロンプト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配信ネタを毎回手で集めるのは大変。テーマを渡せば配信原稿が出るプロンプトを作る。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に「テーマを変数化したプロンプト作って」と依頼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出力例を AI に示すと品質が上がる(Few-shot)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ハルシネーション対策で「不確かなら確認と書く」指示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完成したプロンプトをスプシに保存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 +成形を一括するプロンプトを設計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出力フォーマットを固定(タイトル/本文/CTA)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情報源URL を必ず含めるルール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5テーマで実行して精度確認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情報収集+成形プロンプト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プロンプトの再現性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別の人が使っても同じ品質で出るか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前提条件/出力形式/制約を明示しているか確認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情報の正確性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一次情報URLが必ず含まれるか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「URL必須、なければ生成しない」と AI に指示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書き味の調整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スマホで読みやすい改行・絵文字が反映されているか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「LINE のトーク画面で読む前提」と明記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軸が決まれば迷わない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配信コンセプトがあれば、毎回のテーマ選びに迷わない。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ザイオンスは頻度勝負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質より頻度。週1で半年続けると「あの人=○○の人」になる。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AIに毎回頼める形に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プロンプトテンプレ化で、ネタ集めから本文化まで15分以内に。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