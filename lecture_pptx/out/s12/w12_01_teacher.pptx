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お金の有益情報「自動収集」を設計する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"何を届けるか"を先に決めてから、AIに探させる仕組みを組む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情報設計シートを作る (先に紙で設計)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お金初心者向けの有益情報を配信するための「情報設計シート」を作ってください。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(1) ターゲット読者像 (お金の知識に自信がない30〜50代)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(2) カテゴリ4つ (助成金/税金/株為替/お金の豆知識)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(3) 情報源ホワイトリスト10サイト (公的機関中心、個別助言せず一般情報のみ)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例: 国税庁 nta.go.jp / 金融庁 fsa.go.jp / 中小企業庁 chusho.meti.go.jp / 厚労省 mhlw.go.jp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(4) 配信フォーマット (タイトル20字以内/本文300字以内/絵文字+改行/出典URL必須)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各項目に「なぜこの設計にするか」の理由も必ず添えてください。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・情報設計シート (ターゲット/カテゴリ/ホワイトリスト/フォーマット の4ブロック)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・各項目に "なぜそうするか" の一文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・スプシに「情報設計」「情報源マスター」の2シートで保存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・「なぜ設計するのか」を必ず口頭で説明させる。コード書く前が最重要。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・ホワイトリストに個人ブログを入れる生徒が出る。「アフィ広告のあるサイト = 対象外」を強調。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・「個別助言(税務相談・投資助言)はしない」と明記。金融商品取引法の意識を持たせる。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情報収集GASをバイブコーディング (設計を素材に)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Google Apps Script (GAS) で以下の情報収集ボットを作ってください。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(1) Gemini API (gemini-2.5-flash) を Google Search Grounding 有効で呼び出す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(2) プロンプトに以下の設計を埋め込む: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- ターゲット: お金初心者(30〜50代)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- カテゴリ: 助成金 / 税金 / 株為替 / お金の豆知識 のいずれか1つ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- 情報源: 以下のホワイトリストのみ (nta.go.jp / fsa.go.jp / chusho.meti.go.jp / mhlw.go.jp ほか計10)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- フォーマット: タイトル20字以内 / 本文300字以内 / 絵文字+改行 / 出典URL必須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- 個別助言(税務・投資)は生成しない、一般情報のみ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(3) 応答は JSON: {title, body, sourceUrl, category}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(4) スプシ「配信予約」シートに 日付/タイトル/本文/出典URL/カテゴリ/OK-NG(空欄) で追記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(5) API キーはスクリプトプロパティ GEMINI_API_KEY から取得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・GAS 本体 (Gemini + Search Grounding + スプシ書き込み)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・5テーマ(助成金/税/為替/株/豆知識)で試して出典URL付きの原稿が並ぶこと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・OK/NG列は必ず空欄で保存されていること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・Search Groundingが有効になっているかを最初に verifyModel + 実行で確認。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・「不確かな数字は出さず、出典URLがなければ生成しない」をプロンプトに必ず入れさせる。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・「OK/NG列を空にする理由」を生徒に説明させる → 意味の理解を促す。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・情報源URLが本当にホワイトリストのドメインか、5件目視で検証する時間を確保。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2026-07-03T05:15:01Z</dcterms:created>
  <dcterms:modified xsi:type="dcterms:W3CDTF">2026-07-03T05:15:01Z</dcterms:modified>
</cp:coreProperties>
</file>