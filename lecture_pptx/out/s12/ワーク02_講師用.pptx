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配信運用テンプレと予定表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個人技を仕組み化して「続けられる配信運用」に変える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日次/週次/月次 運用テンプレ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保険営業の公式LINE配信運用のチェックリストを日次/週次/月次で作って。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・各項目に所要時間を分単位で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・1人で回せる量に絞る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・私の現状: ●●●(配信頻度等)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・3階層チェックリスト(日次5分/週次30分/月次60分 程度)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・「全部やる」になりがち。3項目に絞る勇気を促す。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・所要時間が甘くなる。最初の1週間で実測させて更新。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・チェックリストを使わない人が出る。週次レビューで「使ったか」を確認。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セルフレビュー+3ヶ月予定表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3ヶ月×週1回=12本の配信テーマを、私の3軸に沿って作って。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・12本のうち2本は「予備枠(時事ネタ用)」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・各テーマは20文字以内のタイトル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・3軸: ●●●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・12本のテーマ一覧(タイトル+趣旨1行)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・配信日カレンダー登録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・直近4本の配信文 下書き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・12本全部完璧にしようとして時間が尽きる。「直近4本だけ完成度を上げる」とゴール限定。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・時事ネタ用の予備枠を作らないと差し替えに困る。必ず確保。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・カレンダー登録を忘れさせない。「リマインダー設定まで」が課題。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