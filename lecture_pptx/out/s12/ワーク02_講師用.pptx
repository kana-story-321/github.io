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194560"/>
            <a:ext cx="9144000" cy="457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188720"/>
            <a:ext cx="80467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LINE 自動配信の実装と安全機構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23317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集めた原稿を、無料枠内で、Webhookを触らずに、安全に届ける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548640" y="411480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【講師用 解答・指導ポイント】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演習1 broadcast配信GASをバイブコーディング — 解答・指導ポイント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💬 解答例プロンプト / 📝 想定アウトプット例 / 🧭 回答へ導くポイント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11480" y="1234440"/>
            <a:ext cx="8321040" cy="1645920"/>
          </a:xfrm>
          <a:prstGeom prst="roundRect">
            <a:avLst>
              <a:gd name="adj" fmla="val 4444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234440"/>
            <a:ext cx="91440" cy="16459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612648" y="132588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💬 解答例プロンプト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9224" y="1764792"/>
            <a:ext cx="786384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【貼り付け用】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Google Apps Script で LINE 公式アカウントの broadcast 配信 GAS を作ってください。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(1) スプシ「配信予約」から「日付=今日 &amp; OK=TRUE &amp; 配信済み=空」の先頭1行を取得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(2) LINE Messaging API の /v2/bot/message/broadcast にPOST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 Authorization: Bearer &lt;CHANNEL_ACCESS_TOKEN&gt; (スクリプトプロパティから)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 body: {messages: [{type: "text", text: 本文 + "\n\n出典: " + URL}]}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(3) 送信成功したら「配信済み」列に日時を記録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(4) エラー時は Logger.log + false を返す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(5) Webhook設定タブは触らない (Lステップ連携を保つ)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11480" y="2971800"/>
            <a:ext cx="8321040" cy="1005840"/>
          </a:xfrm>
          <a:prstGeom prst="roundRect">
            <a:avLst>
              <a:gd name="adj" fmla="val 7273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1480" y="2971800"/>
            <a:ext cx="91440" cy="100584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612648" y="306324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📝 想定アウトプット例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9224" y="350215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・broadcast配信GAS本体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・自分アカウントでテスト配信 → 出典URL付きで届く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・LINE Developers の Webhook 設定は無変更のまま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11480" y="4069080"/>
            <a:ext cx="8321040" cy="9144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1480" y="4069080"/>
            <a:ext cx="91440" cy="91440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5" name="Text 13"/>
          <p:cNvSpPr/>
          <p:nvPr/>
        </p:nvSpPr>
        <p:spPr>
          <a:xfrm>
            <a:off x="612648" y="416052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🧭 回答へ導くポイント・注意点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9224" y="4599432"/>
            <a:ext cx="786384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・Webhookタブの位置を最初に見せて "絶対触らない" を強調(スクショで印象付け)。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・トークン漏洩を実演で防ぐ: GAS内でLogger.log(TOKEN)しないよう注意。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・broadcastは実行するとリセットできない配信履歴を作る。テストは自分だけで。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演習2 自動化+安全機構 (定時+無料枠監視+通知) — 解答・指導ポイント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💬 解答例プロンプト / 📝 想定アウトプット例 / 🧭 回答へ導くポイント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11480" y="1234440"/>
            <a:ext cx="8321040" cy="1645920"/>
          </a:xfrm>
          <a:prstGeom prst="roundRect">
            <a:avLst>
              <a:gd name="adj" fmla="val 4444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234440"/>
            <a:ext cx="91440" cy="16459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612648" y="132588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💬 解答例プロンプト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9224" y="1764792"/>
            <a:ext cx="786384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【貼り付け用】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上のbroadcast GAS に以下の安全機構を追加してください。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(1) 時間トリガー: 平日朝9時に自動実行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(2) 月間通数カウンター: スクリプトプロパティ MONTHLY_COUNT と MONTH_YYYYMM を管理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 - 月が変わったら 0 にリセット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 - 送信前に (友だち数 × 1) を加算し、200を超えるならスキップ+通知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 - 友だち数は LINE API /v2/bot/insight/followers から取得(取れなければ固定値)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(3) try-catchで例外を捕捉、エラー時に管理者メール通知(MailApp.sendEmail)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(4) 全処理でLogger.logで痕跡を残す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11480" y="2971800"/>
            <a:ext cx="8321040" cy="1005840"/>
          </a:xfrm>
          <a:prstGeom prst="roundRect">
            <a:avLst>
              <a:gd name="adj" fmla="val 7273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1480" y="2971800"/>
            <a:ext cx="91440" cy="100584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612648" y="306324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📝 想定アウトプット例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9224" y="350215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・時間トリガー登録済み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・カウンターが月替わりでリセット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・200通閾値でスキップ+通知が動く(閾値を10などに変えてテスト)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・エラー時に管理者にメールが届く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11480" y="4069080"/>
            <a:ext cx="8321040" cy="9144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1480" y="4069080"/>
            <a:ext cx="91440" cy="91440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5" name="Text 13"/>
          <p:cNvSpPr/>
          <p:nvPr/>
        </p:nvSpPr>
        <p:spPr>
          <a:xfrm>
            <a:off x="612648" y="416052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🧭 回答へ導くポイント・注意点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9224" y="4599432"/>
            <a:ext cx="786384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・「なぜカウンター？」を口頭で説明させる → 無料枠を超えると翌月まで送れない。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・閾値テストで10通に一時変更 → 本番200通に戻すチェックリストを作らせる。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・トリガー実行時は UI が使えない。alert() は動かず、通知は MailApp のみ。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2026-07-03T06:36:04Z</dcterms:created>
  <dcterms:modified xsi:type="dcterms:W3CDTF">2026-07-03T06:36:04Z</dcterms:modified>
</cp:coreProperties>
</file>