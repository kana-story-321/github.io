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有益情報配信の設計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忘れられない営業マンになるための「配信コンセプト」を固める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配信コンセプトを3軸で設計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保険営業の有益情報配信コンセプトを3軸で設計してください。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・ターゲット読者像(属性+状況+悩み)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・提供価値3つ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・差別化される立ち位置(1文)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・推奨配信頻度+曜日+時間帯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私のブランディング3軸: ●●●、現状の発信: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・配信コンセプトシート(4要素を1枚に)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・推奨頻度: 週1回 木曜 朝7時 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・「全方位ターゲット」にしがち。1つに絞らせる。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・差別化が「経験年数」「資格」になりやすい。立ち位置で差別化を促す。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・頻度は欲張らない。週2は2割も続かない、週1から開始。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情報収集+成形プロンプト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配信ネタが浮かんだら使うプロンプトテンプレを作って。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・入力: テーマ(変数)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・出力: タイトル/本文(LINE想定 300字+改行+絵文字)/CTA/情報源URL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・私の3軸: ●●●、出力例: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・再利用可能なプロンプトテンプレ(変数1つ)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・5テーマで実行確認 OK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・出力例を1つ示すと品質が大幅UP。Few-shot を必ず体験させる。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・情報源URL を「探すフリ」をする AI に注意。「不確かなら 不明 と返せ」と指示。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・テンプレをスプシに保存させ、次回以降の演習でも使う前提に。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2026-06-21T01:48:00Z</dcterms:created>
  <dcterms:modified xsi:type="dcterms:W3CDTF">2026-06-21T01:48:00Z</dcterms:modified>
</cp:coreProperties>
</file>