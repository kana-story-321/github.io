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お金の有益情報「自動収集」を設計する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"何を届けるか"を先に決めてから、AIに探させる仕組みを組む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設計テンプレを "考え方" と Geminiで埋める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【生徒がGeminiに相談する例】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(1)「私は保険営業で、LINE配信は週1回を予定。ターゲットは30-50代のお金初心者です。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このとき、配信フォーマットの "タイトル文字数" を何字にするか判断基準を教えて」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(2)「情報源ホワイトリストで、私の運用に必要そうな公的機関を、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優先度順に5サイト挙げてください。理由も添えて」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(3)「配信頻度を週1回にするか週2回にするか迷っています。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継続しやすさの観点で、私の状況ならどちら?」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・情報設計テンプレの各項目に "自分の運用に合った答え" が入っている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・各答えの理由を口頭で説明できる (「考え方」列を理解している)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・情報源マスターも自分用に整えた (テンプレ10から必要な数に絞る等)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・「テンプレの例そのまま」で終わる生徒に注意。「あなたの運用ではどう?」と個別に問う。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・Gemini に相談することが目的ではない。相談→自分で判断→スプシに書く の流れを守らせる。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・答えられない項目は空欄OK。100点を目指させない、演習2 で気付いたら戻ればよい。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・「アフィリエイト広告のあるサイト = 対象外」「個別助言(税務・投資)はしない」の2点は必ず口頭確認。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情報収集GASをバイブコーディング (設計を素材に)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Google Apps Script (GAS) で以下の情報収集ボットを作ってください。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(1) Gemini API (gemini-2.5-flash) を Google Search Grounding 有効で呼び出す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(2) プロンプトに以下の設計を埋め込む: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ターゲット: お金初心者(30〜50代)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カテゴリ: 助成金 / 税金 / 株為替 / お金の豆知識 のいずれか1つ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情報源: 以下のホワイトリストのみ (nta.go.jp / fsa.go.jp / chusho.meti.go.jp / mhlw.go.jp ほか計10)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フォーマット: タイトル20字以内 / 本文300字以内 / 絵文字+改行 / 出典URL必須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- 個別助言(税務・投資)は生成しない、一般情報のみ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(3) 応答は JSON: {title, body, sourceUrl, category}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(4) スプシ「配信予約」シートに 日付/タイトル/本文/出典URL/カテゴリ/OK-NG(空欄) で追記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(5) API キーはスクリプトプロパティ GEMINI_API_KEY から取得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・GAS 本体 (Gemini + Search Grounding + スプシ書き込み)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・5テーマ(助成金/税/為替/株/豆知識)で試して出典URL付きの原稿が並ぶこと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・OK/NG列は必ず空欄で保存されていること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・Search Groundingが有効になっているかを最初に verifyModel + 実行で確認。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・「不確かな数字は出さず、出典URLがなければ生成しない」をプロンプトに必ず入れさせる。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・「OK/NG列を空にする理由」を生徒に説明させる → 意味の理解を促す。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・情報源URLが本当にホワイトリストのドメインか、5件目視で検証する時間を確保。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2026-07-05T17:36:10Z</dcterms:created>
  <dcterms:modified xsi:type="dcterms:W3CDTF">2026-07-05T17:36:10Z</dcterms:modified>
</cp:coreProperties>
</file>