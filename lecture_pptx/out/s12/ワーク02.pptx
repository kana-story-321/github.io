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LINE 自動配信の実装と安全機構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集めた原稿を、無料枠内で、Webhookを触らずに、安全に届ける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Messaging APIを設定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チャネル作成+トークン取得 (Webhook設定は絶対に触らない)。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broadcast配信GASをバイブコーディング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OK承認された1件を全員に1コールで送る仕組みを作る。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自動化+安全機構を追加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定時トリガー+無料枠監視+エラー通知を仕込む。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抑えておきたい用語と仕様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Messaging API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LINE公式アカウントを外部プログラムから操作する仕組み。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送信と受信の両機能がある。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チャネルアクセストークン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配信の認証鍵。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スクリプトプロパティに保管し、コードに直書きしない。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broadcast API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全友だちに1コールで配信するAPI。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今回の主役。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個別IDリスト不要。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無料枠 月200通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個人向け無料プランの月間送信上限。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超えると翌月まで送れない。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" y="4389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Messaging API: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今回は送信(Push)のみ使う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チャネルアクセストークン: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漏れたら勝手に配信される、超重要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broadcast API: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通数は「友だち数×配信回数」で消費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無料枠 月200通: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例: 友だち20人×週2回=月160通で安全圏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broadcast配信GASをバイブコーディング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【場面】演習1(W01)で集めた原稿がスプシに溜まっている。人がOK判定した1件を、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 Messaging API の broadcast で全員に届ける。ここで Webhook設定は絶対に開かない。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なぜ Webhook触らない？ → 上書きするとLステップの受信が止まる (前回学習の復習)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broadcastの通数は 1コール=友だち数消費、月200通枠に注意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に「LINE Messaging API broadcast の GAS」と依頼、トークンはスクリプトプロパティ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最初は自分アカウントだけでテスト、内容と表示確認してから本番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【ゴール】LINE Developers でMessaging APIチャネルを作成 → チャネルアクセストークン取得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Webhook設定タブは開かない/触らない (Lステップの連携を保つため)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 でスプシの「今日 &amp; OK &amp; 未配信」の1件を broadcast で送信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本文末に「出典URL」を必ず添付、配信後に「配信済み」フラグを立てる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broadcast配信GASをバイブコーディング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Webhookの保全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 Developers の Webhook 設定タブを一度も開いていないか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万一開いてしまってもURLは変えない、変えるとLステップ側で受信不可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トークン管理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チャネルトークンがコードに直書きされていないか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コードのバージョン管理に載る前にスクリプトプロパティへ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意味の理解度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「broadcast の通数消費は 1コール=友だち数」を説明できるか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友だち20人時の週1配信=月80通の暗算ができる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自動化+安全機構 (定時+無料枠監視+通知)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手動配信のままでは続かない。定時トリガーで自動化しつつ、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「無料枠200通に到達したら自動停止」「エラー時に管理者へメール通知」の安全機構を追加する。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通数計算: 送信前に「友だち数(概算) × 1」を加算、月次でリセット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友だち数の取得: LINE API /v2/bot/insight/followers から (or 固定値でスタート)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なぜ自動停止？ → 意図せず配信不能状態や課金誘発を防ぐため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通知は SpreadsheetApp.getUi() ではなく MailApp.sendEmail (トリガー実行時UI使えない)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毎朝9時に配信GASを実行する時間トリガーを設定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スクリプトプロパティに月間通数カウンター (MONTHLY_COUNT/MONTH_YYYYMM) を持つ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200通到達で送信スキップ+管理者通知メール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try-catchで例外を捕捉し、エラー時に管理者メール通知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自動化+安全機構 (定時+無料枠監視+通知)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カウンター整合性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月替わりでカウンターがリセットされるか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MONTH_YYYYMM を持ち、変わったらゼロクリア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停止機構の検証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わざと閾値を10通などに設定して自動停止が動くか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テスト後に本番の200通に戻すのを忘れない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意味の理解度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「なぜ safe stop が必要か」を自分の言葉で言えるか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意図せぬ配信停止/課金/信頼低下を口頭で説明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設計→実装で意味が残る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前半3時間で "なぜ" を固め、後半3時間で "どう" を実装したから、修正も応用も自分で出来る。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Webhook触らずbroadcast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既存Lステップを壊さず、送信専用ルートで安全にデモが回る。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自動化には安全機構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無料枠監視+エラー通知が、意図せぬ配信停止や課金トラブルを防ぐ。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2026-07-05T17:36:10Z</dcterms:created>
  <dcterms:modified xsi:type="dcterms:W3CDTF">2026-07-05T17:36:10Z</dcterms:modified>
</cp:coreProperties>
</file>