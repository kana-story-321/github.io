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配信運用テンプレと予定表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個人技を仕組み化して「続けられる配信運用」に変える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日次/週次/月次の運用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配信運用を3階層のチェックリストで仕組み化。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反応セルフレビュー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週1回15分で振り返って改善1点を決めるサイクル化。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3ヶ月配信予定表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直近3ヶ月のテーマを決めて配信スケジュールを固める。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配信運用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配信を継続的に回すための業務手順(コンテンツ作成→確認→配信→振り返り)。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チェックリスト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毎回同じ品質で実行するための「忘れない仕組み」。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セルフレビュー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自分で自分の配信を振り返り、次の改善を決める時間。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配信予定表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配信日とテーマを事前に確定したカレンダー的な一覧。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配信運用: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個人技を排除する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チェックリスト: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1項目=1行、所要時間付き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セルフレビュー: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 15分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配信予定表: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スプシで管理が王道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日次/週次/月次 運用テンプレ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【場面】配信が「気が向いた時だけ」になり止まる。仕組み化して継続できる体制にする。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に「配信運用のチェックリスト3階層を作って」と依頼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所要時間が現実的か実測してから本格運用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項目数より「続く」を優先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リマインダーをカレンダー登録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【ゴール】日次/週次/月次 のチェックリストを作成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各項目に所要時間を明記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1人で回せる量に絞る(週90分以内目標)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スプシまたはNotionで管理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日次/週次/月次 運用テンプレ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過不足なし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抜け漏れがなく、無駄な項目もないか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不要項目を3つ削るくらいでちょうど良い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所要時間の現実性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実測ベースで「30分」と書いてあるか感覚か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1週試してから時間を更新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1人で回せるか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人手や外注前提になっていないか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初期は完全に1人で回せる量に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セルフレビュー+3ヶ月予定表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振り返りなしの配信は続かない。週1の15分レビューと3ヶ月分の予定を固める。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に「3ヶ月12本の配信テーマを3軸に沿って」と依頼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レビューシートはスプシ1枚に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カレンダー登録で「忘れない仕組み」を作る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4本分の前倒し下書きで余裕を持つ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週次レビューシート(反応高/低/学び/来週試す1点)を作成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3ヶ月×週1回=12本の配信テーマを決定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配信日(例: 毎週木曜朝7時)をカレンダー登録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直近4本の配信文を実際に書いておく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セルフレビュー+3ヶ月予定表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レビューの粒度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「今週の良かった点/悪かった点」が具体的に書けるか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抽象的表現を禁止、固有名詞で書く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予定表の柔軟性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時事ネタが入ったら差し替えられる余地があるか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12本のうち2本を「予備枠」として確保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前倒し下書き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直前にバタつかないよう前倒しでストックがあるか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常に4本先を仕込む習慣を作る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個人技を仕組み化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チェックリストで属人化を防ぎ、誰でも回せる運用に。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週1レビューで成長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15分の振り返りで毎週1個改善すれば、1ヶ月で4個変わる。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前倒しで余裕を作る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4本先を仕込んでおけば、急な予定でも配信が止まらない。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