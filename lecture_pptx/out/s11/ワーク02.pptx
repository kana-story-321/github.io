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応答チャットボット化 (Gemini 連携)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キーワード応答から自然対話へ、AI で「話せる」チャットボットに進化させる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Gemini API を接続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から Gemini API を呼び出し、自然な文章で応答する。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FAQ知識を持たせる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自社の保険FAQ を知識として渡し、根拠のある回答に。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相談予約へ引き渡し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難しい質問はAIが判断して「担当者へ」の導線に切り替え。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Gemini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GoogleのAI Gemini を外部プログラムから呼び出すAPI。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からも使える。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システムプロンプト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に「あなたは○○の役割」と最初に伝える指示文。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応答の一貫性を担保。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FAQ 知識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よくある質問と回答のペアを AI に渡す情報。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応答の正確性が上がる。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ハンドオフ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AIが対応困難と判断した会話を、人間の担当者に引き継ぐ仕組み。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API: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 キーが必要、無料枠あり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システムプロンプト: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毎回の会話の頭に付ける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FAQ 知識: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PDFやテキストで用意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ハンドオフ: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事故防止の生命線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Gemini API を組み込んで AI 応答化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【場面】キーワード応答は動いたが、想定外の質問に返せない。Gemini API を組み込んで自然対話を可能にする。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に「GAS から Gemini API を呼ぶコード」を依頼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システムプロンプトに「詳細相談は担当者に繋ぐ」ルールを含める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返信は200文字以内に制限(LINE で読みやすく)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 呼び出し失敗時のフォールバック(定型返答)も入れる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【ゴール】Google AI Studio で Gemini API キーを取得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のスクリプトプロパティに API キーを保存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キーワードに当てはまらない質問を Gemini に投げて返信する処理を追加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システムプロンプトで「保険営業一次受けのAI」と役割設定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実機で自由入力(例:「学資保険どうしたら?」) に応答が返るか確認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Gemini API を組み込んで AI 応答化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役割設定の明確化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システムプロンプトで「保険一次受け」の役割が定義できているか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ロール+ルール+口調 の3要素を含める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文字数制御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応答が長すぎず LINE で読みやすいか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プロンプトで「200文字以内」を明示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ハルシネーション対策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が知らない情報を作らないか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「不明なら不明と答えて、担当者へ繋ぐ」を厳命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FAQ知識 + ハンドオフ設計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応答は動くが「正しい情報」の担保が必要。自社FAQ を渡し、対応困難な相談は担当者に自動引き渡す設計にする。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FAQは Q&amp;A ペアで整形しておく(構造化)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ハンドオフ判定は AI に「引き渡し必要と判断したら [HANDOFF] を返せ」と指示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[HANDOFF] が返ったら GAS 側で相談員にメール通知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テストは既知FAQ / 未知の質問 / 不適切な質問 の3種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自社の保険FAQ(15〜20項目)をテキストで用意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でリクエスト時に FAQ をシステムプロンプトに含める(または Gem を作って知識登録)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が「対応困難」と判断した時、自動で「担当者に繋ぎます」に切り替えて相談員通知メール送信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5パターンのテスト質問で「FAQ回答/AI回答/ハンドオフ」の判定精度を確認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FAQ知識 + ハンドオフ設計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FAQの網羅性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頻出15〜20項目をカバーしているか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過去の問い合わせログから選定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ハンドオフ判定の妥当性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が「引き渡し」判断できるか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判断基準をプロンプトに具体的に列挙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通知の運用性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相談員に届く通知が実用的か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メール本文に会話履歴+ユーザーIDを必ず含める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キーワードから対話へ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API で「話せるチャットボット」が今日中に完成。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FAQ知識で精度UP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知識を渡すと根拠のある回答に、ハルシネーション激減。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AIと人の分業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は一次受け、難しい相談は人にバトン。事故を防いで信頼を守る。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2026-07-03T02:18:57Z</dcterms:created>
  <dcterms:modified xsi:type="dcterms:W3CDTF">2026-07-03T02:18:57Z</dcterms:modified>
</cp:coreProperties>
</file>