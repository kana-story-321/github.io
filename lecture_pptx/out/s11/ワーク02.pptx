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配信効果のAI分析 + 改善PDCA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感覚ではなく数字で配信を改善する仕組みを定着させる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ログ分析の仕組み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配信ログを AI に渡して傾向と改善案を引き出す。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週次PDCA を定着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毎週同じ時間に分析→改善→反映のサイクルを回す。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勝ちパターンを見つける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反応の良い投稿の共通点を言語化する。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配信ログ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日付・タイトル・配信数・開封数・クリック数を1行ずつ記録した表。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開封率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配信が表示された件数 ÷ 配信先件数。LINEは表示ベース。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クリック率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本文内のURL/ボタンがタップされた率。実質のCV指標。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PDCA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Plan→Do→Check→Act のサイクル。週次で回すと変化が見える。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配信ログ: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まずスプシで地道に記録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開封率: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20% が一つの目安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クリック率: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5%超えるとかなり良い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PDCA: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月次だと遅すぎる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配信ログをAIで分析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【場面】配信は続けているが、何が当たって何が外したか分からない。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過去30〜90日の配信ログをAIに渡して、傾向と改善案を引き出す。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CSV をそのまま貼って「分析して」と依頼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「私が知りたい目的」を先に書いてから貼る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改善案は「変更箇所+変更後の文言」まで具体的に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結果はスプシの「学び」シートに保管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【ゴール】配信ログをスプシに整える(日/タイトル/開封率/クリック率)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に渡して「反応の良い投稿の共通点」を5つ抽出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「外した投稿の共通点」も3つ言語化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改善案を「優先度高/中/低」で5つ出してもらう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配信ログをAIで分析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データの整形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AIが処理しやすい列構造になっているか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日付/タイトル/数値 の3要素を必ず分ける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仮説思考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「自分の仮説」を持って分析を依頼しているか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「夜配信の方が反応良いと思う、どう?」と仮説を投げる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実行可能性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改善案が「来週1人で30分以内」に絞れているか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「30分以内で1点」と AI に制約を伝える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週次PDCA を仕組み化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分析できても、続かなければ意味がない。週1のレビューを GAS で半自動化する。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に「配信ログを集計して月曜にメールするGAS」を依頼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スプシに「今週の学び」「来週試すこと」の2列を追加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実装後は1週間動かして実際に届くか確認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改善案は必ず1個に絞る(複数だと続かない)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週次レビューシートのテンプレを作成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毎週月曜に自動で配信ログをまとめる GAS を組む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結果をメールで自分に送る設定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振り返り→翌週の改善1点 までのルーチンを書く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週次PDCA を仕組み化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仕組みの軽さ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週15分以内で完了する設計か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15分超えるなら項目を減らす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可視化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グラフや色分けで「変化」が一目で分かるか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スプシの条件付き書式で前週比を色分け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行動への接続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振り返りが「来週試す1点」に必ず繋がっているか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シートの最下段に「来週やる1個」欄を固定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に分析を任せる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人間は「目的」を伝え、AI に共通点抽出を任せる役割分担。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勝ちパターンの発見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反応の良い投稿の共通点を言語化すれば次回も再現できる。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週次PDCA で配信が育つ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小さな改善を毎週積み重ねれば3ヶ月で大きく変わる。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