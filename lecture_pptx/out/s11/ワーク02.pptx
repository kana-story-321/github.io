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FAQ チャットボットを GAS で作って公開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ナレッジを集め → Gemini で GAS Web アプリを生成 → デプロイしてリッチメニューに載せる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FAQ ナレッジ設計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想定される Q&amp;A をスプシに集めて、チャットボットの「脳」を作る。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Gemini × GAS でバイブコーディング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に「この FAQ で動く GAS Web アプリを書いて」と依頼、生成コードを貼って実行。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 + リッチメニュー配置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を Web アプリとしてデプロイ → URL 発行 → リッチメニューに紐付け。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Web アプリ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Apps Script を Web アプリとしてデプロイした状態。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 でアクセスできる Web ページになる。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に日本語で「こんな Web アプリが欲しい」と伝えてコードを書かせる作り方。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 Web アプリを URL で公開する作業。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では「デプロイ &gt; 新しいデプロイ」から。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担当者ハンドオフ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チャットボットで答えられない質問を、社内担当者に自動で通知する仕組み。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Web アプリ: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無料、Googleアカウントで作れる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自分で書かず、Gemini に依頼→貼るだけ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デプロイ: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アクセス権は「全員」にする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担当者ハンドオフ: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メール/Slack 連携が定番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FAQ 設計 + Gemini で GAS Web アプリをバイブコーディング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【場面】前回作成した公式LINE にお客様からのご質問を想定した FAQ のチャットボットを作りたい。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まず「どんな FAQ が必要か」を設計し、スプシにまとめる → Gemini に GAS Web アプリを生成させる。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 は「質問 / 回答 / カテゴリ(保険種類/手続き/料金 等)」の3列で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は一から書かず、Gemini に生成させて貼る(バイブコーディング)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最初は10件・1テーマで小さく作る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本物の顧客情報は入れない(マスキング)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【ゴール】想定される FAQ を10件、スプシに整理(質問 / 回答 / カテゴリ の列)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に「この FAQ で動くチャット Web アプリの GAS を書いて」と依頼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生成された GAS コードを新規プロジェクトに貼って動作確認(GAS エディタでテスト実行)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HTML の見た目(タイトル/背景色/フォント) を自分の3軸トーンに合わせる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答えられない時に「担当者に繋ぐ」案内文を組み込む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FAQ 設計 + Gemini で GAS Web アプリをバイブコーディング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FAQ の粒度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1問1答で、質問文が具体的か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「保険について」ではなく「終身保険と定期保険の違いは?」レベルに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カテゴリの妥当性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カテゴリが3〜5個に絞れているか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多いとフィルタが機能しない、まず3カテゴリから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担当者引き渡しの明確化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答えられない時の案内文が入っているか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「詳細は担当者へ」の1文を必ず含める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デプロイ + リッチメニューに紐付け + 担当者通知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Web アプリが動いた。次はデプロイして URL を取得 → リッチメニューに配置 → 実運用に持っていく。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答えられない時は、社内の担当者にメール or Slack で通知する機能も追加する。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デプロイ画面は「デプロイ &gt; 新しいデプロイ &gt; 種類 = ウェブアプリ」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アクセス権「全員」を選ぶと URL を持っている人が使える状態に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通知メールの本文には「質問内容 + LINEユーザーID + 時刻」を含める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個別対応する旨を顧客にも自動で通知(「担当者から後ほどご連絡します」)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【ゴール】GAS を「Web アプリとしてデプロイ」→ 公開 URL を取得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デプロイ時のアクセス権は「全員」に設定(URL を知っている全員が使える)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のリッチメニュー1枠に、デプロイ URL を「URL アクション」で設定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「答えられない質問」を検知したら、社内担当者にメール(または Slack Webhook)で通知する機能を追加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自分のスマホでリッチメニュー → チャットボット → 質問→ 応答 の一連を確認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デプロイ + リッチメニューに紐付け + 担当者通知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デプロイ権限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アクセス権「全員」で公開されているか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権限が「自分だけ」だと社外から使えない、要確認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通知の実用性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担当者にメール/Slack で内容+ユーザーIDが届くか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本文に会話履歴と時刻を必ず入れる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顧客への配慮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答えられない時「担当者から連絡します」と顧客に返しているか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が黙るのは最悪UX、必ず案内文を返す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ナレッジ → コード → 公開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 をスプシに集めるだけで、Gemini がチャットボットを書いてくれる。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 URL でどこにでも置ける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 / LP / メール 全部に貼れる 1つの URL。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+ 担当者の分業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答えられない時は担当者へ自動通知。事故を防いで信頼を守る。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2026-07-03T02:32:34Z</dcterms:created>
  <dcterms:modified xsi:type="dcterms:W3CDTF">2026-07-03T02:32:34Z</dcterms:modified>
</cp:coreProperties>
</file>