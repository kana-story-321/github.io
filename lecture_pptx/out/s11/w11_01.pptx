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公式LINE/Lステップ 設定 + シナリオ設計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第10回の素材を本番稼働させ、興味度別シナリオまで一気に組み上げる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公式LINE/Lステップを設定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第10回で固めた構成・素材を実機に流し込んで稼働状態にする。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興味度別シナリオ設計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高/中/低 関心の3層別に配信動線を設計。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本番運用前の確認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タグ・セグメント・自動応答が想定通り動くかをテスト。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用語と前提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設定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プロフィール・あいさつ文・リッチメニュー・ステップ配信を全部入れて稼働させる作業。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Lステップ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を拡張する外部ツール。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タグ管理・分岐配信が強力。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タグ/セグメント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友だちを属性で分類して配信を出し分ける仕組み。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301752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興味度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38528"/>
            <a:ext cx="1650492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友だちの関心度合い。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高=予約に近い、低=情報収集段階。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配信反応で推定。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43891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設定: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管理画面とアプリで見え方が違うため両方確認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Lステップ: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本格運用フェーズで導入を検討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タグ/セグメント: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登録経路や反応でタグ自動付与すると楽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興味度: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層別に配信内容と頻度を変える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公式LINE/Lステップ の本番設定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第10回で「あいさつ文・リッチメニュー・LP URL」を作り、Day1〜3 のステップ配信本文も用意済み。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これらを公式LINE(または Lステップ)に流し込んで、登録直後から配信が動く状態を完成させる。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Manager は manager.line.biz から、Lステップは別アカウント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リッチメニューはタップ領域のズレに注意、必ずプレビュー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ステップ配信のテストは「1分後」等に短縮して即確認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本番設定に戻すのを忘れない(チェックリスト化)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プロフィール画像・カバー・あいさつ文を最終設定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リッチメニュー画像とタップ領域を全部割り当て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ステップ配信(Day1〜Day3)を登録+配信タイミング設定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タグ(新規/名刺/既存)を作成し、登録経路で自動付与の設定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テスト登録→Day1配信が届くまで実機で確認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公式LINE/Lステップ の本番設定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設定漏れ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プロフィール/メニュー/配信/タグの4要素すべて設定したか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チェックリストで1個ずつ確認、口頭でなく文書で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動作確認の網羅性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iOS と Android、PC ブラウザで見え方を確認したか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実機3パターンでスクショ保存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タグ運用の準備度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登録経路別にタグが自動付与されるか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登録URLにパラメータを付けて分岐確認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興味度別シナリオを3層で設計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本番が動き始めたら、配信内容を出し分けたくなる。高/中/低 関心の3層別に5日シナリオを設計。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判定基準は「登録経路」「過去開封率」「リッチメニュー反応」等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に「保険営業の興味度別5日シナリオを3層で」と依頼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各日のテーマは20文字以内のタイトルに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層毎のトーン(攻め/柔/教育)を変える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高関心/中関心/低関心 の判定基準を1行ずつ言語化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各層別の5日分シナリオを表形式で作成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層別の最終CV(予約/相談/資料請求等)を明確化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スプシで配信予定表として保存(次回の本文量産で使う)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興味度別シナリオを3層で設計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層の区別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3層の違いが顧客の言動レベルで言語化できているか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層別に「典型的な行動例」を3つずつ書かせる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CV までの距離感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高=予約直球/低=信頼構築 と歩幅が違うか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層別の "次の一歩" を1個に絞らせる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配信頻度のバランス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層別に「うざくならない」配信間隔になっているか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高=高頻度OK/低=月1〜2回 等を明示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公式LINEが本番稼働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第10回の素材が「動く仕組み」になり、登録→配信が自動で回る。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シナリオは出し分け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一律配信から卒業、興味度別の3層で開封率もCV率も改善。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次は本文量産+分析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応用編で15通の本文をAIで一気に作り、ログ分析の習慣化へ。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2026-06-21T02:47:16Z</dcterms:created>
  <dcterms:modified xsi:type="dcterms:W3CDTF">2026-06-21T02:47:16Z</dcterms:modified>
</cp:coreProperties>
</file>