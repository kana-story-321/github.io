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興味度別シナリオ設計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配信を「響く相手」に届けるための、3層の動線を設計する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興味度別シナリオを3層で設計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保険営業の興味度別シナリオを3層(高/中/低)で5日分作って。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・各層の判定基準を1行で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・各日のテーマと配信内容(短文)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・層別の最終CV(予約/相談/資料請求)を明示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・3層×5日の表(層/判定基準/日/テーマ/内容/CV)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・スプシ用CSVテンプレ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・3層を「数字で測れる」基準にしないと運用で揺れる。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・「中関心」が一番難しい。「高でも低でもない」と曖昧にしないよう細かく指定。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・低関心への配信は控えめに。月1〜2回が現実的。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シナリオ本文を AI で量産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上のシナリオに沿って15通(3層×5日)の配信本文を作って。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・各300文字以内、絵文字+改行多め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・層別のトーン: 高=直球/中=柔らかく/低=教育中心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・3軸: ●●●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・15通の本文 (スプシのマトリクスに収まる形式)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・出力された本文がメルマガ調になりがち。LINE のトーク画面を意識して再生成。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・全部 AI 任せだと個性が出ない。1〜2通は自分の言葉で書き直させる。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・配信時間は層別に変える(高=朝/中=昼/低=夜)等の応用も伝える。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2026-06-21T01:48:00Z</dcterms:created>
  <dcterms:modified xsi:type="dcterms:W3CDTF">2026-06-21T01:48:00Z</dcterms:modified>
</cp:coreProperties>
</file>