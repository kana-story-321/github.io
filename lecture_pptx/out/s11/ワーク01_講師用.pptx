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アイテマス予約をリッチメニューに載せる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/ L ステップの入口に「予約」ボタンを置いて取りこぼしをなくす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アイテマス設定 → 予約 URL 発行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※アイテマス設定はブラウザ操作中心。Gemini に聞くなら: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「アイテマスの無料アカウントを作って、Googleカレンダーと連携し、30分/60分の面談メニューを登録する手順を、初心者向けに8ステップで教えて」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・アイテマスの空き枠設定+Googleカレンダー連携が完了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・30/60分の面談メニューが2種類登録され、予約URL(QR)が手元にある状態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・テスト予約でカレンダーに追加+通知が届くことを確認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・面談メニューを増やしすぎる生徒に注意。「まず2種類」を厳守。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・空き時間の設定が甘くて予定と被る事故がよくある。カレンダーのブロック確認を必ず。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・テスト予約は必ずキャンセルまで見届ける。放置すると自分の予定に残る。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リッチメニューに予約 URL を貼る + Lステップ配信に組み込む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以下を設計してください。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・リッチメニュー6枠のラベル案(1枠は必ず「予約」で目立たせる、絵文字入り)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・Lステップ(公式LINE)のステップ配信 Day1〜Day5 の各終わりに、予約URLをどう差し込むか案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・私の商材: ●●●(生命保険/医療保険 など)、3軸: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・6枠ラベル案 + 予約枠デザイン指示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・Day1〜Day5 の予約URL差し込みポジション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・実機テストで両方から予約URL に遷移することを確認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・予約枠が地味になりがち。色/絵文字で1枠だけ「浮かせる」指導を。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 Day に予約URL を貼ろうとする生徒あり。しつこくなるので Day3+Day5 の2箇所が無難。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・実機テストで「予約→戻る→予約」の往復で意図した挙動になるか確認させる。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2026-07-03T02:32:34Z</dcterms:created>
  <dcterms:modified xsi:type="dcterms:W3CDTF">2026-07-03T02:32:34Z</dcterms:modified>
</cp:coreProperties>
</file>