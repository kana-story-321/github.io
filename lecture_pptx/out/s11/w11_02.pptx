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シナリオ本文量産 + 配信ログ分析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AIで本文を一気に揃え、配信後はログから次の改善を引き出す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本文をAIで量産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3層×5日=15通をAIで生成し、自分の言葉で微修正。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配信ログをAI分析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反応の良い投稿の共通点を AI に抽出させ、改善案を引き出す。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週次PDCAの定着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毎週月曜に分析→改善→反映のサイクルを回す。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抑えておきたい用語と仕様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本文量産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シナリオに沿って配信本文を一気に書き上げる作業。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AIが得意。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配信ログ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日付・タイトル・配信数・開封数・クリック数を1行ずつ記録した表。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開封率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配信が表示された件数 ÷ 配信先件数。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LINEは表示ベース。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PDCA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Plan→Do→Check→Act のサイクル。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週次で回すと変化が見える。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本文量産: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15通を30分以内が目安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配信ログ: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まずスプシで地道に記録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開封率: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20% が一つの目安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PDCA: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月次だと遅すぎる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シナリオ本文を AI で量産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【場面】シナリオ(3層×5日)は決まったが、本文を15通書くのは大変。AI で一気に量産する。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に「演習(基礎)のシナリオ+3軸を踏まえて15通量産」と依頼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生成後は1通ずつ「自分の言葉」に微修正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層別フォルダ分けで管理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LINEで読みやすいよう声に出して音読チェック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【ゴール】3層×5日=15通の本文を AI で生成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各本文は300文字以内、絵文字+改行入り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層別のトーン(高=直球/中=柔/低=教育)が反映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スプシに層×日のマトリクスで保存し、ステップ配信機能に登録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シナリオ本文を AI で量産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本文の手触り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機械的でなく、自分が話しているように読めるか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声に出して読む、口語に直す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CTA の強弱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層に応じて CTA の強さが変わっているか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高=「予約する」/低=「気になったら返信を」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冗長性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無駄に長い文や繰り返しがないか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1文40文字以内、二文連続は避ける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配信ログをAIで分析+週次PDCA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【場面】配信は続けているが、何が当たって何が外したか分からない。AI に分析させて改善を仕組み化。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CSVを貼って「私が知りたい目的」を先に書いてから依頼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改善案は「変更箇所+変更後の文言」まで具体的に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改善は必ず1個に絞る(複数だと続かない)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結果はスプシの「学び」シートに保管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【ゴール】過去30〜90日の配信ログをスプシに整える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に渡して「反応の良い投稿の共通点 5つ」抽出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改善案を「優先度高/中/低」で5つ出してもらう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週次レビューシート(学び/来週試す1点)を作って運用開始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配信ログをAIで分析+週次PDCA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データの整形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AIが処理しやすい列構造になっているか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日付/タイトル/数値 の3要素を必ず分ける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仮説思考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「自分の仮説」を持って分析を依頼しているか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「夜配信の方が反応良いと思う、どう?」と仮説を投げる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実行可能性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改善案が「来週1人で30分以内」に絞れているか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「30分以内で1点」と AI に制約を伝える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 で量産は当たり前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15通の本文も30分で揃う。微修正に時間を使う。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 に分析を任せる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人間は「目的」を伝え、AI に共通点抽出を任せる役割分担。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週次PDCA で配信が育つ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小さな改善を毎週積み重ねれば3ヶ月で大きく変わる。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2026-06-21T02:47:16Z</dcterms:created>
  <dcterms:modified xsi:type="dcterms:W3CDTF">2026-06-21T02:47:16Z</dcterms:modified>
</cp:coreProperties>
</file>