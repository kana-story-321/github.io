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応答チャットボット化 (Gemini 連携)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キーワード応答から自然対話へ、AI で「話せる」チャットボットに進化させる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Gemini API を組み込んで AI 応答化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上のチャットボットGAS に、Gemini API を組み込む改良をしてください。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・API キーはスクリプトプロパティ GEMINI_API_KEY から取得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・キーワードに当てはまらない質問を Gemini に投げる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・システムプロンプト: 「あなたは保険営業一次受けAIです。丁寧語で、200文字以内で返答してください。詳細は担当者に繋ぐ旨を伝えてください。」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・API失敗時は「少々お待ちください、担当者から連絡します」を返信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・改良版 GAS(doPost + Gemini 呼び出し + フォールバック)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・実機で自由入力→自然応答が返ることを確認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・「モデル名」を最新のものに(2026年時点は gemini-3.5-flash 等)。無効モデルだと沈黙。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・システムプロンプトを甘くしない。「不明なら不明」「担当者に繋ぐ」を必ず明記。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・LINEの返信タイムアウトは30秒。Gemini応答が遅いと切れる。応答が長すぎると LINE 側でエラー。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FAQ知識 + ハンドオフ設計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上のチャットボットに、FAQ知識とハンドオフを追加してください。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・FAQ(15〜20項目)をシステムプロンプトに埋め込み、または Gem を作って知識登録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・AI が対応困難と判断したら応答冒頭に [HANDOFF] を返す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・[HANDOFF] を検知したら「担当者に繋ぎます、後ほどご連絡します」を返信+相談員(●●●@example.com)にメール通知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・メール本文に会話履歴+LINEユーザーIDを含める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・FAQ知識付き 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・[HANDOFF] 検知 → 相談員メール通知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・3パターン(既知/未知/不適切)テストで挙動確認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・FAQ が古いままだと精度が下がる。「四半期に1回更新」の運用を必ず伝える。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・[HANDOFF] を「AI が判断する」ことに慣れさせる。明示的なマーカーで扱いやすくなる。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・相談員メールが埋もれないよう件名を [LINE相談] で始めるなどのルール化。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・「不適切質問(炎上リスク)」のテストを必ず1件入れる。AIが暴走しないか確認。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2026-07-03T02:18:57Z</dcterms:created>
  <dcterms:modified xsi:type="dcterms:W3CDTF">2026-07-03T02:18:57Z</dcterms:modified>
</cp:coreProperties>
</file>