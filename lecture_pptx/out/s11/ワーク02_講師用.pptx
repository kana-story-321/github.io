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FAQ チャットボットを GAS で作って公開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ナレッジを集め → Gemini で GAS Web アプリを生成 → デプロイしてリッチメニューに載せる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FAQ 設計 + Gemini で GAS Web アプリをバイブコーディング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 FAQ を使って、Google Apps Script のシンプルなチャット Web アプリを書いてください。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・doGet で HTML を返す(タイトル/背景色は 3軸に合わせて指定)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・doPost または google.script.run で質問を受け、以下 FAQ に一致すれば回答を返す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・一致しない場合は「担当者に繋ぎます、後ほどご連絡します」を返す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・FAQ データ: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Q: 保険の解約はどうすれば? A: マイページから解約手続きが可能です。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Q: 医療保険の保障範囲は? A: 入院1日目から手術費用まで対象です。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Q: 保険料の変更はできますか? A: 契約1年後から変更手続きが可能です。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… (残り 7 件は現場に合わせて)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Web アプリのコード(doGet で HTML 返却、質問応答ロジック含む)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・スプシに整理された FAQ 10件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エディタでテスト実行 → 質問に回答が返ることを確認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・FAQ の粒度が粗いと精度低下。「1問1答」を徹底。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・生成コードを丸ごと貼る「バイブコーディング」を体験させる。自分で書かせない。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・見た目(HTML の色/フォント)を自分の3軸に合わせる指導を。既定の白背景は味気ない。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デプロイ + リッチメニューに紐付け + 担当者通知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 GAS Web アプリに、デプロイと担当者通知の機能を追加してください。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・デプロイ手順: [デプロイ &gt; 新しいデプロイ &gt; 種類 = ウェブアプリ、アクセス権 = 全員] を選択、URL を発行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・答えられない質問を検知したら、以下を実行: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1) 顧客には「担当者から後ほどご連絡します」を返信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2) 社内担当者(●●●@example.com)にメール送信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3) メール本文には「質問内容 / 時刻 / LINEユーザーID(取得できれば)」を含める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・完成したデプロイ URL を、公式LINE のリッチメニュー1枠に URL アクションで設定する手順も教えて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・デプロイ済み Web アプリ URL(公開状態)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・担当者通知メールが実際に届くこと確認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・リッチメニューから URL 遷移→チャット動作 が一気通貫で確認済み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・デプロイ時「アクセス権 = 全員」でない生徒が多い。ここで詰まると本番動かない。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・通知メールが件名も本文も曖昧になりがち。「[LINE相談] 質問: xxx」など件名テンプレを共有。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・顧客への案内文を忘れると「AI 沈黙」の事故に。応答を必ず返す設計を徹底。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・実機テストで「リッチメニュー→URL→チャット→通知」の一連が動くかを最後に見せる。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2026-07-03T02:32:34Z</dcterms:created>
  <dcterms:modified xsi:type="dcterms:W3CDTF">2026-07-03T02:32:34Z</dcterms:modified>
</cp:coreProperties>
</file>