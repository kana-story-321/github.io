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配信効果のAI分析 + 改善PDCA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感覚ではなく数字で配信を改善する仕組みを定着させる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配信ログをAIで分析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以下は私の公式LINE 配信ログ(過去90日)です。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目的は「来週試す改善1点を決める」こと。次の観点で分析してください。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反応が良かった投稿の共通点 5つ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外した投稿の共通点 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改善案を 高/中/低 で5つ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【データ】(CSV を貼る)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・分析レポート(共通点+改善案)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・今週試す1点(具体的アクション)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・データ整形を手抜きしがち。「日/タイトル/数値」3要素必須を強調。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・「全部やる」になりやすい。1点に絞る制約を AI に伝える。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・改善案がフワッとしないよう、「変更前/変更後」をセットで出力させる。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週次PDCA を仕組み化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以下のGoogleスプレッドシートの配信ログを、毎週月曜朝9時に集計してメールするGASを作って。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・前週分の配信件数/平均開封率/平均クリック率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・反応の良い上位3件のタイトル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・配信先メール: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・週次集計GAS(時間トリガー設定込み)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・週次レビューシート(学び/来週試す1点 列付き)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・GAS のトリガー設定を忘れがち。動作確認まで講師がフォロー。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・「学びを書く」習慣化が一番難しい。最初の4週間は声掛け継続。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・分析の自動化と判断の手動は別。「数字は AI/判断は人」を強調。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2026-06-21T01:48:00Z</dcterms:created>
  <dcterms:modified xsi:type="dcterms:W3CDTF">2026-06-21T01:48:00Z</dcterms:modified>
</cp:coreProperties>
</file>