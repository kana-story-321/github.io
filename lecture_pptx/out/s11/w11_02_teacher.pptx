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シナリオ本文量産 + 配信ログ分析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AIで本文を一気に揃え、配信後はログから次の改善を引き出す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シナリオ本文を AI で量産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上のシナリオに沿って15通(3層×5日)の配信本文を作って。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・各300文字以内、絵文字+改行多め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・層別のトーン: 高=直球/中=柔らかく/低=教育中心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・15通の本文 (スプシのマトリクスに収まる形式)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・出力された本文がメルマガ調になりがち。LINE のトーク画面を意識して再生成。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・全部 AI 任せだと個性が出ない。1〜2通は自分の言葉で書き直させる。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・配信時間は層別に変える(高=朝/中=昼/低=夜)等の応用も伝える。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配信ログをAIで分析+週次PDCA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以下は私の公式LINE 配信ログ(過去90日)です。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目的は「来週試す改善1点を決める」こと。次の観点で分析してください。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反応が良かった投稿の共通点 5つ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外した投稿の共通点 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- 改善案を 高/中/低 で5つ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【データ】(CSV を貼る)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・分析レポート(共通点+改善案)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・今週試す1点(具体的アクション)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・データ整形を手抜きしがち。「日/タイトル/数値」3要素必須を強調。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・「全部やる」になりやすい。1点に絞る制約を AI に伝える。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・改善案がフワッとしないよう、「変更前/変更後」をセットで出力させる。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2026-06-21T02:47:16Z</dcterms:created>
  <dcterms:modified xsi:type="dcterms:W3CDTF">2026-06-21T02:47:16Z</dcterms:modified>
</cp:coreProperties>
</file>