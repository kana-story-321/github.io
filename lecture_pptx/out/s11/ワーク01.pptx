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LINE リッチメニュー × GAS チャットボット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保険相談の入口を24時間動かす、自作チャットボットを完成させる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チャットボット動線を設計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リッチメニューのボタンから始まる会話の流れを設計する。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GASでチャットボットを実装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Messaging API と GAS を接続、キーワードで返す仕組みを完成。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リッチメニューに接続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メニューのボタンからチャットボットが起動、実機で動作確認。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チャットボット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上でユーザーの入力に対して自動で返答する仕組み。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保険相談の一次受けに最適。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LINE Messaging API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公式LINEを外部プログラム(GAS等)から操作するためのAPI。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メッセージ送信・受信ができる。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Webhook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ユーザーがメッセージを送るとLINEが指定URLにデータを飛ばす仕組み。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GASの公開URLを登録する。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ポストバック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リッチメニューやボタンをタップした時に、テキストではなく識別コードを送る仕組み。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チャットボット: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24時間動く「入口」の役割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Messaging API: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チャネルアクセストークンで認証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Webhook: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GASを「Webアプリとしてデプロイ」して使う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ポストバック: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会話の分岐に使う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チャットボットの動線を設計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保険の問い合わせをLINEで24時間受けたい。リッチメニューのボタンから始まる会話の流れをまず紙 or スプシで設計する。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コードを書く前に「何を聞いて、何を返すか」を固める。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に「保険営業のLINEチャットボット動線を6ボタンで設計」と依頼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選択肢は3つまで(多いと迷う)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「AIに任せる範囲」と「人がやる範囲」の境界を決める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設計はスプシで管理(コード化するときの仕様書になる)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リッチメニューのボタン(3〜6個)ごとの目的を言語化(例: 保険の種類/資料請求/相談予約/よくある質問)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各ボタンをタップした時の「最初の返答」を1つずつ書く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3往復までの会話フローを図解(タップ→返答→選択肢→...)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最終ゴール(予約フォーム/資料DL/相談員に引き渡し)を明確化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チャットボットの動線を設計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分岐の必要性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ボタン数が絞られ、選ぶ迷いがないか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6→4に減らす勇気、頻出だけ残す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最終ゴールの明確化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各フローが「予約 or 資料 or 人に繋ぐ」で終わるか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ゴールなしフローはそもそも作らない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引き渡しの設計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難しい相談は「担当者に繋ぐ」に切り替わるか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AI万能視を避け、人にバトンを渡す仕組み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GASでチャットボットを構築+リッチメニューに接続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設計した動線を GAS で実装する。LINE Messaging API のトークンを取得して、キーワード応答する最小構成のチャットボットをまず動かす。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に「LINE Messaging API と GAS でチャットボットを作るコード」を依頼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最初は「こんにちは」→「ようこそ」の1往復から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デプロイ時「アクセス許可: 全員」に注意(サンプルで確認)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エラーは「LINE Developers &gt; Webhook 検証」でも確認できる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Developers でチャネルを作成 → アクセストークン取得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に doPost 関数(Webhook 受信)を書き、返信するコードを実装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を「ウェブアプリとしてデプロイ」→ 公開URL を LINE の Webhook に登録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リッチメニューのボタンにポストバック(識別コード)を設定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自分のスマホからボタンをタップ → 応答が返るまで実機テスト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GASでチャットボットを構築+リッチメニューに接続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トークン管理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チャネルアクセストークンをスクリプトプロパティに保存しているか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コードに直書き=事故の元、必ずプロパティに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エラー時の挙動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想定外の入力で沈黙せず、案内文が返るか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else 節に「ご質問は◯◯へ」と汎用返答を用意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実機テスト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 のプレビューでなく自分のスマホで確認したか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実機でしか出ないバグ(絵文字/改行崩れ)を発見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設計が9割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コードを書く前に、紙/スプシで動線を固めるとGAS実装は簡単。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GAS × LINE で自作OK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ノーコードでなく、自分で書けると自由度が段違い。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次はAI応答へ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応用編で Gemini API を組み込み、キーワード対応から自然対話へ進化。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2026-07-03T02:18:57Z</dcterms:created>
  <dcterms:modified xsi:type="dcterms:W3CDTF">2026-07-03T02:18:57Z</dcterms:modified>
</cp:coreProperties>
</file>