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興味度別シナリオ設計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配信を「響く相手」に届けるための、3層の動線を設計する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興味度を3層に分類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高関心/中関心/低関心 で配信内容を出し分ける枠組みを作る。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シナリオを設計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各層別に5日分のシナリオを設計する。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配信本文を量産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で本文を量産し、配信予定表に組み込む。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興味度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友だちが商品/サービスへの関心度合い。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配信反応や登録経路で推定する。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シナリオ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何日目に何を見せて、最終的にどんな行動を促すかの計画。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パーソナライズ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友だち1人1人に合わせて配信内容を変える工夫。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CV(コンバージョン)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配信目的を達成した状態。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予約・問合せ・資料請求など。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興味度: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高=予約に近い、低=情報収集段階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シナリオ: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型を持つと再現性が出る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パーソナライズ: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タグ+条件分岐で実現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CV(コンバージョン):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シナリオの最終ゴール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興味度別シナリオを3層で設計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一律配信で響かない人が多い。興味度に応じて出し分ける仕組みを作りたい。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判定基準は「登録経路」「過去開封率」「リッチメニュー反応」等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に「保険営業の興味度別5日シナリオを3層で」と依頼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各日のテーマは20文字以内のタイトルに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層毎のトーン(攻め/柔/教育)を変える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高関心/中関心/低関心 の判定基準を1行ずつ言語化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各層別の5日分シナリオを表形式で作成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層別の最終CV(予約/相談/資料請求等)を明確化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スプシで配信予定表として保存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興味度別シナリオを3層で設計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層の区別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3層の違いが顧客の言動レベルで言語化できているか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層別に「典型的な行動例」を3つずつ書かせる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CV までの距離感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高=予約直球/低=信頼構築 と歩幅が違うか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層別の "次の一歩" を1個に絞らせる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配信頻度のバランス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層別に「うざくならない」配信間隔になっているか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高=高頻度OK/低=月1〜2回 等を明示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シナリオ本文を AI で量産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シナリオは決まったが、本文を15通も書くのは大変。AI で一気に量産する。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に「演習1のシナリオ+3軸を踏まえて15通量産」と依頼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生成後は1通ずつ「自分の言葉」に微修正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層別フォルダ分けで管理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配信タイミングはステップ配信機能に登録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3層×5日 = 15通の本文を AI で生成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各本文は300文字以内、絵文字+改行入り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層別のトーンが反映されているか確認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スプシに層×日のマトリクスで保存(次回テスト配信用)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シナリオ本文を AI で量産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本文の手触り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機械的でなく、自分が話しているように読めるか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声に出して読む、口語に直す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CTA の強弱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層に応じて CTA の強さが変わっているか(高=直球/低=ソフト)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「予約する」/「気になったら返信を」等で温度調整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冗長性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無駄に長い文や繰り返しがないか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1文40文字以内、二文連続は避ける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一律配信から卒業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興味度別の出し分けで開封率もCV率も大きく改善する。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で量産は当たり前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15通の本文も30分で揃う。微修正に時間を使う。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CV までの距離が違う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高関心は直球、低関心は信頼構築。歩幅を変える。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2026-06-21T01:48:00Z</dcterms:created>
  <dcterms:modified xsi:type="dcterms:W3CDTF">2026-06-21T01:48:00Z</dcterms:modified>
</cp:coreProperties>
</file>