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アイテマス予約をリッチメニューに載せる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LINE / L ステップの入口に「予約」ボタンを置いて取りこぼしをなくす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アイテマス空き枠を設定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アイテマスの面談メニューを作り、Google カレンダーと連携する。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予約 URL をリッチメニューへ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アイテマスの予約 URL を発行し、リッチメニューの1枠に紐付ける。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L ステップからの導線設計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ステップ配信のゴールに予約 URL を差し込み、24時間予約が入る仕組みに。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用語と前提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アイテマス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無料の日程調整ツール。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Googleカレンダー連携で空き枠を自動表示。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共有URLで相手が予約できる。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予約 URL / QR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アイテマスが発行する予約ページのリンク。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名刺・LP・LINE 全部に貼る「1つの URL」。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リッチメニュー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LINE 画面下部の常時表示ボタン(6分割 or 4分割)。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1枠を「予約」に割り当てる。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L ステップ連携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ステップ配信の途中やゴールに予約 URL を差し込み、行動へ促す。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65760" y="43891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アイテマス: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itemasu.com で登録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 URL / QR: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QR コードでも共有可能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リッチメニュー: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第10回で設定済みの枠を使う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 ステップ連携: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「予約はこちら」の1文で十分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アイテマス設定 → 予約 URL 発行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前回作成した公式LINE にステップ配信までは動いているが、商談 or 面談 or 内見の予約はまだ手動(メール/電話)。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日程調整ツールのアイテマスを導入して、24時間予約が入る仕組みを作る。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対応時間は「本当に取れる時間」だけを設定(埋まりすぎ注意)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面談メニューは種類を絞る(30分「無料相談」/60分「本格プラン相談」の2本が無難)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テスト予約後は忘れずキャンセルする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発行された URL は次の演習でリッチメニューに貼る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アイテマスの無料アカウントを作成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Google カレンダーと連携し、既存予定を空き枠から除外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面談メニュー(30分/60分など)を登録(対応時間帯・曜日を設定)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予約ページ URL(または QR)を発行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テスト予約を1件入れて、Google カレンダーに追加されるかを確認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アイテマス設定 → 予約 URL 発行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空き枠の妥当性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アイテマス上の空き枠が「実際に取れる時間」に一致しているか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Googleカレンダーの繁忙時間もブロック済みか確認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メニュー数の絞り込み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面談メニューが 2〜3種類に収まっているか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多すぎると顧客が迷う、まず 2 種類から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連携テスト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テスト予約でカレンダーに追加+通知が届いているか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メール/LINE 両方の通知設定を確認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リッチメニューに予約 URL を貼る + Lステップ配信に組み込む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発行したアイテマスの予約 URL を、リッチメニューの1枠と Lステップ配信の中に差し込んで、「どこからでも予約できる」導線にする。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予約ボタンの文言は「無料相談を予約」など柔らかく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ステップ配信本文は「予約はこちら 👉 &lt;URL&gt;」の1文で十分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予約導線は LINE 内で完結させる(外部離脱を避ける)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取りこぼし防止のため、複数箇所(リッチメニュー + 配信2箇所)に貼る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リッチメニュー6枠のラベル設計(1枠は必ず「予約」)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第10回で作ったリッチメニュー画像の1枠に、URL アクションで予約 URL を設定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Lステップ(または公式LINE)のステップ配信 Day5(行動)に予約 URL を差し込み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自分のスマホでリッチメニュー「予約」ボタンをタップ → アイテマスが開くか確認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Lステップ配信中のリンクからも予約ページに遷移するかを確認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リッチメニューに予約 URL を貼る + Lステップ配信に組み込む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予約枠の目立ち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6枠中「予約」ボタンが視覚的に一番目立つか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色/絵文字/ラベルで差をつける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配信内での差し込み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Day5(行動)以外にも予約 URL の伏線があるか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Day3(欲求)などにも軽く触れておく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遷移テスト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リッチメニュー/配信 双方から URL 遷移確認したか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実機でスマホから必ずテスト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予約は24時間動く導線に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アイテマスで、電話/メール待ちの機会損失を防ぐ。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リッチメニューの1枠は必ず「予約」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常時表示される「予約」ボタンが取りこぼしをなくす。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配信のゴールは予約 URL で締める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ステップ配信 Day5 に必ず予約 URL を差し込む。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2026-07-03T02:32:34Z</dcterms:created>
  <dcterms:modified xsi:type="dcterms:W3CDTF">2026-07-03T02:32:34Z</dcterms:modified>
</cp:coreProperties>
</file>