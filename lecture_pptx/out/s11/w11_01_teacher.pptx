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公式LINE/Lステップ 設定 + シナリオ設計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第10回の素材を本番稼働させ、興味度別シナリオまで一気に組み上げる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公式LINE/Lステップ の本番設定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※設定作業中心。Gemini に聞く例: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「公式LINE Manager で『リッチメニュー設置 → ステップ配信登録 → タグ自動付与』を一気に終える手順を、初心者向けに10ステップで教えて」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Lステップ利用時は「Lステップで同じ設定をする手順」と聞き分け。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・プロフィール/メニュー/配信/タグ 4要素 すべて設定完了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・テスト登録で Day1配信が届くこと確認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・iOS/Android/PC で表示崩れなし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・チェックリスト化を必須に。口頭の「OK」は信用しない。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・テスト配信のトリガー時間短縮 → 本番戻し漏れに注意。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・タグ運用は最初は3つだけ(新規/名刺/既存)。複雑化を防ぐ。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興味度別シナリオを3層で設計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保険営業の興味度別シナリオを3層(高/中/低)で5日分作って。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・各層の判定基準を1行で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・各日のテーマと配信内容(短文)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・層別の最終CV(予約/相談/資料請求)を明示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・3層×5日の表(層/判定基準/日/テーマ/内容/CV)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・スプシ用CSVテンプレ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・3層を「数字で測れる」基準にしないと運用で揺れる。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・「中関心」が一番難しい。「高でも低でもない」と曖昧にしないよう細かく指定。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・低関心への配信は控えめに。月1〜2回が現実的。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2026-06-21T02:47:16Z</dcterms:created>
  <dcterms:modified xsi:type="dcterms:W3CDTF">2026-06-21T02:47:16Z</dcterms:modified>
</cp:coreProperties>
</file>