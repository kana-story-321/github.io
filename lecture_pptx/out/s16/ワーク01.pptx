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引受判定 Gem を作って精度検証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前回のプロンプトを Gem 化し、20パターンで実戦テスト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Gem を作る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前回プロンプトを Gem として登録し再利用可能に。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20パターン精度検証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判定精度を測り、実用に耐えるかを判断。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判定結果の対応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判定後の対応マニュアルを A4 1枚に。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用語と前提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で再利用可能な専用AI。指示文+知識を登録して作る。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知識(Knowledge)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に追加できる参考資料(PDF, 文章)。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精度検証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想定問答で AI 出力と期待値を突き合わせて測ること。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社内共有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を組織内全員が使えるよう公開設定。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チャットで何度も使える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知識(Knowledge):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10MB以下が無難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精度検証: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20件で実用性判定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社内共有: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利用ガイド配布が望ましい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引受判定 Gem を作成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プロンプトはあるが毎回コピペが手間。Gem 化して繰り返し使える形にする。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作成画面でロール設定を「保険一次判定 AI」に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「分からない時は不明と答えて」をルール化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知識ファイルは PDF 推奨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テスト質問は実シナリオで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で新規 Gem を作成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前回プロンプトを指示文に貼り付け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知識として NG/要確認テンプレをアップロード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テスト質問で動作確認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引受判定 Gem を作成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ロール設定の明確化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「あなたは○○」を最初に書いているか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役割定義で精度が大きく変わる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ルールの明示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「分からない時の対応」が指示文にあるか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「不明と答えて」を必ず含める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知識の更新性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社内ルール変更時に知識を差し替える運用があるか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誰がいつ更新するかを決める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20パターンで精度検証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作った Gem の精度が分からない。20シナリオで実用性を判定する。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シナリオは現場の実例から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YES/NO/要確認 のバランスを揃える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不一致の場合は理由を1行で記録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改善は1点ずつ反映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テストシナリオ20件をスプシに作成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に1件ずつ入れて結果を記録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期待値と一致した数をカウント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不一致の傾向を分析しプロンプト改善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20パターンで精度検証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シナリオの代表性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現場頻出ケースが含まれているか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直近3ヶ月の実例から選定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一致率の目標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何%以上で運用可能と判断するかが明確か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85%以上が一つの目安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不一致の活用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不一致ケースが改善ループに乗っているか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理由ログを必ず残し、プロンプト改善に活かす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Gem 化で繰り返し使える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コピペ不要、社内で誰でも使えるツールに。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精度を数字で判断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20件テストで実用性を客観評価。感覚に頼らない。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次は社内展開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チーム全員で使える形に、組織の業務改革へ。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