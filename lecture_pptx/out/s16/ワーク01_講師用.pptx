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引受判定 Gem を作って精度検証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前回のプロンプトを Gem 化し、20パターンで実戦テスト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引受判定 Gem を作成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※Gem 作成画面での操作中心。指示文テンプレ: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「あなたは保険会社の一次判定 AI です。提示された顧客情報に対し、YES/NO/要確認 のいずれかを根拠付きで判定してください。最終判断は引受査定が行います。分からない場合は『不明』と回答してください。」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・Gem「保険一次判定 AI」が作成済み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・知識として NG/要確認テンプレ PDF アップロード済み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・テスト質問で動作確認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・ロール定義の重要性を強調。冒頭1行で精度が変わる。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・「分からない時不明と答えて」がないと、AI が無理やり答えて精度低下。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・知識ファイルは最初は少なく。多いと精度逆に落ちる。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20パターンで精度検証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※テスト実施が中心。テストシナリオ作成プロンプト: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「保険一次判定のテストシナリオを20件作って。YES/NO/要確認 のバランスを 6:6:8 で。シナリオは年齢+健康状態+希望商品 のパターン。期待値も記載。」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・20件のテスト結果(期待値 vs Gem出力)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・一致率の数字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・不一致ケースの理由ログ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・「85%超で合格」など事前に目標設定させる。なんとなく評価NG。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・不一致は「Gem が悪い」だけでなく「テスト自体が曖昧」もある。両方検討。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・改善は1点ずつ。複数同時変更すると効果が分からない。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