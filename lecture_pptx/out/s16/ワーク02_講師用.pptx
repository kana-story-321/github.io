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Gem 社内共有と判定FAQ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チーム全員が同じ品質で使える状態に展開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Gem 社内共有+利用ガイド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上で作った Gem(保険一次判定 AI)の社内利用ガイドを A4 1枚で作って。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・利用範囲(できること/できないこと)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・操作手順 3ステップ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・免責事項(最終判断は引受査定)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・更新責任者: ●●●(四半期に1回更新)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・問い合わせ先: ●●●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・利用ガイド A4 1枚(PDF)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・社内共有設定済み Gem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・「できないこと」を必ず書かせる。AI 万能視を防ぐ。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・免責が小さすぎないか確認。冒頭に大きく書く。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・更新責任者を曖昧にしない。実名+期限必須。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判定ログ分析+顧客FAQ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判定ログから週次で一致率を計算するGAS 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・列: 日時/Gem判定/実結果/一致(true/false)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・週次グラフ自動更新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・不一致ケースを Gemini に分析させて改善案を出すフロー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・週次一致率GAS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・判定FAQ 20件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・個人情報マスキングを最初に。生データそのままは事故の元。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・一致率推移を必ずグラフ化。数字だけだと変化が見えない。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・改善案を実装する責任者を決める。出すだけでは精度上がらない。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