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 社内共有と判定FAQ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チーム全員が同じ品質で使える状態に展開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社内共有 Gem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組織内で誰でも使える設定+利用ガイド。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判定ログ分析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社内利用ログから精度を継続改善。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判定 FAQ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顧客向け説明集を作って対応スピードUP。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組織共有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を社内全員が利用可能にする設定。Workspace アカウント必要。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利用ガイド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の使い方+免責事項をまとめた A4 1枚の資料。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判定ログ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誰がいつ何を判定したかの記録。改善材料。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FAQ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顧客からの質問に対する標準回答集。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組織共有: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権限管理に注意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利用ガイド: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配布は社内システム経由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判定ログ: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個人情報配慮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AIに任せられる定型対応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Gem 社内共有+利用ガイド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は作れたが自分だけ使ってる状態。社内で誰でも使えるよう展開する。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ガイドは A4 1枚に収める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「最終判断は引受査定」を必ず冒頭に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更新担当の氏名+連絡先を明記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社内ポータルに掲載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 の共有設定を「組織内全員」に変更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利用ガイド(1ページ)を作成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免責事項を明示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更新責任者を明記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Gem 社内共有+利用ガイド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ガイドの簡潔さ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A4 1枚で全員が理解できる量か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読まれない=書きすぎ、削る勇気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免責の明示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法的リスクを下げる表現が冒頭にあるか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「最終判断は引受査定」を必ず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更新責任の明確化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誰がいつ更新するかが書かれているか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「四半期に1回」など期限も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判定ログ分析+顧客FAQ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社内利用が始まると判定ログが溜まる。これを分析して精度改善+顧客FAQに活用。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ログ列: 日時/判定内容/Gem出力/実結果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に「不一致ケースの傾向分析」依頼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 は判定別×20パターン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社内ポータルに FAQ 掲載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判定ログ+実結果を記録するスプシ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週次で一致率を計算する GAS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判定別の顧客向け説明文を FAQ 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 を社内共有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判定ログ分析+顧客FAQ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プライバシー配慮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個人情報がログに残らないか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氏名や具体的情報はマスキング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一致率の継続測定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月単位で推移が見えるか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グラフで前月比を表示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FAQ の網羅性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頻出20パターンをカバーしているか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社内アンケートで未カバーを発掘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チームで使う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個人ツールから組織ツールへ。生産性UPが波及。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ログで継続改善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実運用データで Gem が育つ。精度向上の好循環。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顧客対応も加速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FAQで定型対応が即時化、人は判断に集中。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