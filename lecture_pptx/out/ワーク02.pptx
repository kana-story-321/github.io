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LP → 公式LINE 連携を本番運用へ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を回して、登録率と予約率を数字で改善する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246888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登録率を計測する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訪問数→公式LINE 登録の割合を毎週確認できる状態にする。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325880"/>
            <a:ext cx="246888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463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配信PDCA を回す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514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反応率をもとに次回配信を AI と一緒に改善するサイクルを定着させる。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325880"/>
            <a:ext cx="2468880" cy="5486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463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6364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リッチメニュー+導線完成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514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のリッチメニューを設置し、LP→LINE→予約 を一本化する。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 KPI と用語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1979676" cy="320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CVR(コンバージョン率)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訪問者のうち、目的の行動(LINE登録/予約)に進んだ割合。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0028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280160"/>
            <a:ext cx="1979676" cy="320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リーチ/開封率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74620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配信が「届いた人/読まれた割合」。開封率が低いと配信内容を見直す。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54296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280160"/>
            <a:ext cx="1979676" cy="320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A/B テスト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18888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同じ目的に対し2案を出し、反応のよい方を採用する検証手法。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98564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280160"/>
            <a:ext cx="1979676" cy="32004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PDCA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3156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Plan(計画)→Do(実行)→Check(検証)→Act(改善)を回す業務サイクル。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7033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CVR(コンバージョン率):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保険LPの目安は1〜5%、低くても3ヶ月の傾向で判断   </a:t>
            </a:r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リーチ/開封率: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読まれない=つまらない の合図   </a:t>
            </a:r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A/B テスト: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まずは件名や CTA 文言から試すと差が出やすい   </a:t>
            </a:r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PDCA: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AIに「Check と Act」を手伝わせると速い   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 の効果を AI で分析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73152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1417320"/>
            <a:ext cx="3776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【場面】LP公開から2週間。アクセス解析(Google Analytics 等)はあるが、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数字を見てもどう改善すればいいか分からない。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34640"/>
            <a:ext cx="73152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9260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3291840"/>
            <a:ext cx="3776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スクショまたはCSV をそのままチャット欄に貼り、「分析して」と頼む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「離脱ポイント」「読了率」「CTA クリック率」の観点を AI に明示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改善案は具体的アクション(変更箇所+文言案)まで書かせる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73152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17320"/>
            <a:ext cx="37764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【ゴール】過去2週間の LP アクセスデータを AI に渡し、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・現状の CVR と離脱ポイントを言語化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・改善案を「優先度高/中/低」で5つ提示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・来週試す改善1点を決める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 の効果を AI で分析 — 観点別チェック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26517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データの渡し方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生データだけでなく「目的(=私が知りたいこと)」も伝えているか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「LP 改善の優先順位を決めたい」と先に目的を書いてから貼る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比較軸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「先週と今週」「LP公開前後」など比較軸を含めて見ているか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071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に「比較できる軸を3つ提案して」と先に聞いてから分析させる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188720"/>
            <a:ext cx="265176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48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実行可能性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535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改善案が「自分が今週中に1人でできる」レベルに落ちているか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4535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「自分1人で30分以内」の制約を AI に伝えると現実的な案になる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リッチメニュー+導線完成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73152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1417320"/>
            <a:ext cx="3776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【場面】LP→公式LINE 登録 まではできた。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しかし LINE 内の動線(リッチメニュー)がなく、登録後の次の一歩が示せていない。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34640"/>
            <a:ext cx="73152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9260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3291840"/>
            <a:ext cx="3776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画像生成は Gemini/Genspark/Canva のいずれか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タップ数は3つに絞り、優先度を「予約&gt;相談&gt;資料」の順に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テストは自分の個人LINE で必ず1往復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73152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17320"/>
            <a:ext cx="37764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【ゴール】公式LINE のリッチメニューを設置し、LP→LINE→予約 を一本化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・3軸トーンに合うリッチメニュー画像を AI 生成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・タップ領域に「予約」「資料」「相談」を配置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・テスト配信で意図通り遷移するかを確認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リッチメニュー+導線完成 — 観点別チェック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26517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デザインの一貫性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と同じ配色/フォント感で「同じ人の発信」と分かるか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「LP の色コードと同じで作って」と画像生成 AI に明示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押したくなる導線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タップ後すぐに「次の一歩」が分かる構成になっているか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071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予約ボタンを押すと、即「いつが良いか」を聞くメッセージにする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188720"/>
            <a:ext cx="265176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48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計測の仕組み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535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「どのボタンが押されたか」を後で振り返れる仕組みがあるか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4535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UTMパラメータかタグ機能で「クリック元」を区別して保存させる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27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数字で判断、AIで改善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CVRと開封率を週1で確認、AIに改善案を出してもらう。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70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導線は一本化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LP→LINE→予約 のどこを切っても「次の一歩」が見えるよう設計。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13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まず3ヶ月続ける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PDCA は3ヶ月続けないと傾向が見えない。日次は気にしない。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2026-06-20T15:00:42Z</dcterms:created>
  <dcterms:modified xsi:type="dcterms:W3CDTF">2026-06-20T15:00:42Z</dcterms:modified>
</cp:coreProperties>
</file>