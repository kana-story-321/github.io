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ライフプラン 3パターン シミュレーション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現状/楽観/悲観 を見せて顧客の選択を促す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【講師用 解答・指導ポイント】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3パターン シミュレーション設計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【貼り付け用】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3パターンシミュレーション(現状/楽観/悲観)を80歳まで設計して。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・前提条件を各パターンで明示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・年代別の不足/余剰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・Excel関数で計算可能な数式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・3パターンシミュレーション設計(前提+数式+年代別推移)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・前提を「適当」にしない。出典付きで合理的に。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・極端な悲観は信頼を失う。「主要リスク」に絞る。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・楽観も非現実的にしない。「健康維持+ボーナス維持」程度で。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比較表 自動生成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【貼り付け用】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3パターン比較表を A4 1枚に収まる形で作って。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・年代別(40代/50代/60代/70代)+カテゴリ別(教育/老後/医療)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・色分け(赤/黄/緑)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・重要差分は太字+背景色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・比較表(スプシ条件付き書式適用済み)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・色だけだと色覚多様性に配慮欠。金額も併記必須。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・「全部赤」になりがち。バランスを意識して前提調整。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・印刷プレビューで実際の見え方を確認。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2026-06-20T15:47:45Z</dcterms:created>
  <dcterms:modified xsi:type="dcterms:W3CDTF">2026-06-20T15:47:45Z</dcterms:modified>
</cp:coreProperties>
</file>