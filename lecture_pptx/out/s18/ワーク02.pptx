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結果のグラフ化 + PDF出力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見せられる資料に変えて即提案に使える状態に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自動グラフ化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シミュレーション結果から自動でグラフ生成。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PDF 自動出力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顧客名+日付付きで PDF 出力する GAS。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シーン別質問テンプレ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対面で深掘りできる質問集を作る。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Chart 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でスプシのデータからグラフを自動生成する機能。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PDF 出力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スプシやスライドを PDF として保存する機能。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シーン別質問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教育/老後/医療 等のシーン別に最適な質問。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A/Bテスト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2案を比較して効果を測る手法。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資料でも有効。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Chart Service: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線/棒/円 等が作れる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出力: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メール添付や印刷用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深掘りの道具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A/Bテスト: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見せ方の改善に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結果を自動グラフ化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グラフを毎回手で作るのが大変。GAS で自動生成する。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に「シミュレーション結果のグラフGAS」依頼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Chart Service を使う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配色はシミュレーション色と統一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ダミーデータでプレビュー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3パターン折れ線グラフ自動生成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カテゴリ別積み上げ棒グラフ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色とタイトルを統一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スプシに自動配置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結果を自動グラフ化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グラフ選択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伝えたいことに合うグラフ型か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推移=折れ線/構成=円/比較=棒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色の統一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前のシミュ表と色が揃っているか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パターン別の色を固定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ラベルの読みやすさ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軸ラベル/凡例が読めるサイズか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小さすぎる時は数値ラベル併記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グラフ PDF 自動出力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グラフはできたが、顧客に渡せる PDF にする手間がかかる。自動化。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に「グラフ PDF 化+メール添付GAS」依頼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ファイル名規則: 顧客名_日付.pdf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保存先フォルダ ID を指定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質問テンプレは5シーン×10問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顧客名+日付付き PDF を自動出力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指定ドライブフォルダに保存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メール添付も自動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シーン別質問テンプレも作成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グラフ PDF 自動出力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ファイル名規則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後で探しやすい命名か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顧客名+日付+資料種別 が無難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配信ミス防止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誤送信防止策があるか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送信前プレビュー必須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質問テンプレの実用性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対面で使えるサイズか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1枚に5シーン分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資料作成が即時化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シミュ→グラフ→PDF が GAS で1分に。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一貫した見せ方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色とフォーマット統一で「同じ人の資料」感。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次回は提案資料へ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これらを統合した提案資料を作る。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