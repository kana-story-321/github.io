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ライフプラン 3パターン シミュレーション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現状/楽観/悲観 を見せて顧客の選択を促す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学習目標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2468880" cy="7315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1264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3パターン設計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1264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現状/楽観/悲観 の3シナリオを設計。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417320"/>
            <a:ext cx="2468880" cy="7315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344728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4728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比較表自動生成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4728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差分が一目で分かる比較表を作る。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076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417320"/>
            <a:ext cx="2468880" cy="73152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628192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28192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もしも質問テンプレ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28192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シミュレーションに繋げる質問集。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STEP1: 用語と前提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79676" cy="246888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417320"/>
            <a:ext cx="1979676" cy="3383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シミュレーション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" y="1901952"/>
            <a:ext cx="16504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将来の資産推移を年齢別に計算する手法。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10028" y="1188720"/>
            <a:ext cx="1979676" cy="246888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0028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E8A33D"/>
          </a:solidFill>
          <a:ln/>
        </p:spPr>
      </p:sp>
      <p:sp>
        <p:nvSpPr>
          <p:cNvPr id="11" name="Shape 9"/>
          <p:cNvSpPr/>
          <p:nvPr/>
        </p:nvSpPr>
        <p:spPr>
          <a:xfrm>
            <a:off x="2510028" y="1417320"/>
            <a:ext cx="1979676" cy="3383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2638044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プロスペクト理論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74620" y="1901952"/>
            <a:ext cx="16504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人は損失を利得の約2倍重く感じる行動経済学の理論。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54296" y="1188720"/>
            <a:ext cx="1979676" cy="246888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54296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1F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4654296" y="1417320"/>
            <a:ext cx="1979676" cy="338328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4782312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比較表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18888" y="1901952"/>
            <a:ext cx="16504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複数案を並べて差分が分かるよう整理した表。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98564" y="1188720"/>
            <a:ext cx="1979676" cy="246888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7C5F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98564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7C5F8A"/>
          </a:solidFill>
          <a:ln/>
        </p:spPr>
      </p:sp>
      <p:sp>
        <p:nvSpPr>
          <p:cNvPr id="21" name="Shape 19"/>
          <p:cNvSpPr/>
          <p:nvPr/>
        </p:nvSpPr>
        <p:spPr>
          <a:xfrm>
            <a:off x="6798564" y="1417320"/>
            <a:ext cx="1979676" cy="338328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22" name="Text 20"/>
          <p:cNvSpPr/>
          <p:nvPr/>
        </p:nvSpPr>
        <p:spPr>
          <a:xfrm>
            <a:off x="6926580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もしも質問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63156" y="1901952"/>
            <a:ext cx="16504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「もし○○なら?」と未来を想像させる質問。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393192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シミュレーション: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前提条件を明示することが鍵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プロスペクト理論: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悲観シナリオが効く理由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比較表: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判断を促す道具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もしも質問: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提案前の意識づけ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3パターン シミュレーション設計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1パターンの不安だけ見せると選択肢がない。3パターンで比較できる形に。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Gemini に「3パターンシミュレーション設計」依頼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現状=今のまま継続/楽観=理想シナリオ/悲観=主要リスク発生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Excel関数で計算可能に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ダミーデータで試算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現状/楽観/悲観 の3パターン × 80歳までの推移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各パターンの前提条件を明文化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不足額/余剰額を年代別に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スプシで計算可能な形に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3パターン シミュレーション設計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前提の合理性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各パターンの前提が現実的か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極端すぎる前提は信頼性低下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期間設定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80歳まで(または100歳まで)で適切か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顧客の年齢+50年が無難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更新可能性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前提を変えれば再計算できるか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パラメータと数式を分離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比較表 自動生成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計算結果を顧客に見せやすい形に整える。色分けされた比較表を AI で自動生成。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Gemini に「比較表レイアウト」依頼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スプシ条件付き書式で色分け自動化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重要差分は強調表示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ダミー顧客でプレビュー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3パターン比較表(年代別/カテゴリ別)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色分け(赤・黄・緑)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重要な差分はハイライト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A4 1枚に収まる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比較表 自動生成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一目分かる色分け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赤=危険/黄=注意/緑=安心 が直感的か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色だけでなく金額も併記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差分の強調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一番大きい差分が際立っているか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太字+背景色で目立たせる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印刷適性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A4 1枚で印刷しても読めるか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文字サイズ最小10pt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今日の持ち帰り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37160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5544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71907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508760" y="169164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3パターンで説得力UP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121408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損失回避バイアスを活用、悲観→現状→楽観 の順で見せる。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07208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9718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508760" y="2944368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色分けで一目で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337413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数字だけより、信号色で直感的に伝わる。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059936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422452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508760" y="4197096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次回は提案資料化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4626864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この結果を提案資料に組み込む。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2026-06-20T15:47:45Z</dcterms:created>
  <dcterms:modified xsi:type="dcterms:W3CDTF">2026-06-20T15:47:45Z</dcterms:modified>
</cp:coreProperties>
</file>