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結果のグラフ化 + PDF出力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見せられる資料に変えて即提案に使える状態に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結果を自動グラフ化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シミュレーション結果スプシから以下グラフを自動生成するGAS 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・3パターン折れ線グラフ(横軸=年齢/縦軸=資産)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・カテゴリ別積み上げ棒グラフ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・配色: 前の比較表と統一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・自動グラフ生成GAS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・ダミーデータで生成確認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・Chart Service の API を初見で戸惑う。事前にサンプルコードを準備。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・配色をその場で決めると統一感が出ない。事前にカラーコード共有。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・ラベル小さすぎ問題。プレビューで実機サイズ確認。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グラフ PDF 自動出力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グラフを PDF にしてメール添付するGAS 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・ファイル名: 顧客名_日付.pdf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・指定ドライブフォルダ(ID: ●●●)に保存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・送信先は顧客メールアドレス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・送信前にプレビュー確認のステップ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・PDF自動出力+メール添付GAS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・5シーン×10問の質問テンプレ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・誤送信を必ず防ぐ。送信前プレビュー必須。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・PDF ファイル名規則を最初に決めないと、後で探せない事故。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・質問テンプレは AI 出力をそのまま使わない。1度自分で読み直し。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2026-06-21T01:48:01Z</dcterms:created>
  <dcterms:modified xsi:type="dcterms:W3CDTF">2026-06-21T01:48:01Z</dcterms:modified>
</cp:coreProperties>
</file>