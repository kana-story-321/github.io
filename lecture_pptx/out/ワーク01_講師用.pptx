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自動生成 + 公式LINE 構成設計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次回の公式LINE設定に「すぐ入れる」素材を、AIで一気に仕上げる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LP/Webページを Lovable で自動生成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保険営業向けの LP を作ってください。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ターゲット: 30代共働きで家計と保障の両立に悩む世帯。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提供価値: ライフプラン作成 → 必要な保障の数値化 → 過不足のない提案。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私の立ち位置: 売らない相談相手として伴走する保険プランナー。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構成: 冒頭の共感 → 困りごと → 解決の進め方 → ベネフィット → 公式LINE登録CTA。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色味は信頼感と親しみやすさを両立。1ページで短く読みやすく。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・ヒーローセクション:「家計と保障、両立できていますか?」のキャッチ+共感文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・3つの解決ステップ(現状把握→数値化→提案)を1行ずつ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・お客様の声を1〜2件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・最下部 CTA「LINEで気軽に質問する」ボタン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・Lovable に投げる前に「3軸シート」を必ず開かせる。空欄が出たら、その場で前回の振り返り。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・生成1回目は必ず微妙。生徒が「失敗だ」と思わないよう、修正を重ねる前提だと事前に伝える。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・LP URL の控えを忘れがち。スプシ「次回引き継ぎシート」を最後の3分で必ず記入させる。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公式LINE の構成を考える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公式LINEを AIDMA で設計してください。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 URL: ●●● / ターゲット・3軸は次の通り…(3軸シートを貼る)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次の項目を作ってください。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1) AIDMA5段階別の「何を見せる/何を聞く」表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2) 登録直後のあいさつ自動応答文(1案)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3) Day1〜Day3 のステップ配信本文(短文+改行多め、絵文字あり)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4) 最後の予約案内文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・AIDMA別の設計テーブル(5行×3列: 段階/見せるもの/聞くこと)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・あいさつ自動応答 1案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・Day1〜Day3 配信本文(各300文字以内)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・予約案内文(URL+心理的ハードル低めの誘導)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・AIDMA の段階を「自分の言葉で説明」させると定着する。発表→相互ツッコミ。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・配信本文がメルマガ調になりがち。「スマホで読むつもりで音読して」と再生成を促す。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・次回設定で詰まらないよう、最終アウトプットは必ずスプシに保存させる(URL/各種文言)。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2026-06-20T15:13:36Z</dcterms:created>
  <dcterms:modified xsi:type="dcterms:W3CDTF">2026-06-20T15:13:36Z</dcterms:modified>
</cp:coreProperties>
</file>