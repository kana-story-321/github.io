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 + Gemini で ライフプランAI を実装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顧客カルテを埋めて "実行" ボタン → 30秒で40年CF+保険提案フックが出るツールをバイブコーディング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 + Gemini バイブコーディング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W01の入出力設計を Code_ライフプランAI.gs に落とし込む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スプシに自動書き出し + グラフ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CF表を書き出し、貯蓄残高の折れ線グラフを自動生成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3ケースで実測+運用ルール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記入例・前提変更・破綻シナリオ の3ケースで動作確認、運用ルール決定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GAS(Google Apps Script)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Googleスプシに Javascript で機能追加できる無料の実行環境。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responseSchema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API に "この JSON 構造で返して" と厳密指定する仕組み。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条件付き書式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セルの値に応じて色を自動でつける機能。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からも設定できる。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サイドバー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スプシ右側に開ける HTML UI。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実行状況や結果サマリの表示に使う。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GAS(Google Apps Script):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メニュー追加・API呼出・シート書出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responseSchema: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AI出力の暴走を防ぐ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条件付き書式: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収支マイナス=赤 等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HtmlService でオプション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GAS で 入力→Gemini→スプシ書出 を実装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W01 で決めた 顧客カルテ・前提テーブル・出力設計 を、AI ツールとして動く形に実装する。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同梱の Code_ライフプランAI.gs をベースに、生徒は 自分の代理店に合わせて微調整して動かす。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講師デモで バイブコーディング の流れを見せる(Geminiに "この設計で GAS書いて" 依頼→貼付→調整)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 キーは必ず スクリプトプロパティに(コード直書き絶対NG)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初回実行時の権限承認画面で「安全ではない...」に驚かない、自分のスクリプトだから許可でOK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エラーが出たら Logger のログを見る(GASエディタ下部)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プロジェクトを開き、Code_ライフプランAI.gs と Sidebar.html を貼付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スクリプトプロパティに GEMINI_API_KEY を設定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関数 testSetup を実行 → 権限承認 &amp; 動作確認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スプシメニュー「ライフプランAI」→「シミュレーション実行」で 記入例を実行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「シミュレーション結果」シートに 40年CF表 + サマリ + グラフ が出ることを確認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GAS で 入力→Gemini→スプシ書出 を実装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セットアップの正確性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testSetup が全項目 OK で返っているか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「顧客カルテ 項目数: 30前後」「前提テーブル 項目数: 18」が期待値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プロンプト設計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buildPrompt_ が 顧客カルテ+前提テーブル を JSON で渡し、出力形式を明示しているか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「AI に何を返してほしいか」の指示が具体的か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書き出しの読みやすさ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シミュレーション結果シートに 色分け(収支マイナス赤/貯蓄200万以下黄)が効いているか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グラフが自動生成されているか、顧客に見せられるレイアウトか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3ケース実測 + 運用ルール決定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実装したツールを 3ケースで動かして 精度・実用性を検証し、"顧客に使う時のルール" を決める。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数値精度の限界: Gemini は 前年+収支=当年 の累積を間違えることがある、目視必須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顧客の目の前で 前提を変えて再実行 = "パラメータ次第で変わる" を体感させる強力なデモ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破綻年は 顧客への説明トーンが重要 — "破綻するので保険買え" ではなく "備えを一緒に考える材料"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運用ルールに "AI出力そのままは顧客に見せない、必ずレビューしてから" を含める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ケース1: 記入例をコピペ → 実行 → 40年CFが妥当か目視確認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ケース2: 前提テーブルの投資リターンを 2.0% → 4.0% に変更 → 再実行 → 貯蓄推移の変化を確認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ケース3: 年収を600 → 200万に変更 → 破綻年が出ることを確認、総評で対策提示があるか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保険提案フックが第15回マスタ表の商品と接続できるか 1件試す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運用ルール: 面談中に使う手順、顧客への説明トーン、AI出力の "見せない/見せる" 線引きを決める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3ケース実測 + 運用ルール決定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数値の妥当性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生成された CF表を 目視チェックしたか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前年貯蓄+当年収支=当年貯蓄 が合っているか、明らかな飛び値がないか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前提の影響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投資リターン変更で結果がどう変わったか、顧客に説明できるか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「前提次第で変わる」を顧客に伝える言い回しが決まっているか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運用ルールの実効性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面談中の使い方、AI出力のレビュー手順、顧客への見せ方が具体化しているか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「AI出力そのままは顧客に見せない」が徹底できるルールになっているか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ライフプランAI が完成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顧客カルテを埋めるだけで 30秒で 40年CF + 保険提案フックが出る。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の限界を体感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数値精度・出力の暴走リスクを 3ケース実測で把握、"見せる前にレビュー" の運用ルールに。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第15回・第18回と接続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提案フック→引受判定マスタ表(第15回)、CF表→顧客向けPDFレポート(第18回) の連鎖が視野に。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2026-07-22T02:49:50Z</dcterms:created>
  <dcterms:modified xsi:type="dcterms:W3CDTF">2026-07-22T02:49:50Z</dcterms:modified>
</cp:coreProperties>
</file>