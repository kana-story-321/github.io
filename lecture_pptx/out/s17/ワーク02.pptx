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ヒアリングのフォーム化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商談前にAIヒアリングを完了させ、商談は提案に集中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Google フォーム化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30項目を 20問のフォームに編成。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回答→スプシ整理 GAS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顧客情報シートに自動整理。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基礎組はチェックリスト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対面で漏れなく聞けるカード作成。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Google フォーム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回答を集めるWebフォームを無料で作れるサービス。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onFormSubmit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フォーム回答時に自動でGASを実行するトリガー。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顧客情報シート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顧客の基本情報を一元管理するスプシ。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チェックリスト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対面ヒアリングで使う紙のメモ。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聞き忘れ防止。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フォーム: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スプシと自動連携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onFormSubmit: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回答即時処理が可能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顧客情報シート: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提案資料の基礎データ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チェックリスト: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A4 1枚が限界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ヒアリングのフォーム化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商談時間にヒアリングで大半を使い、提案時間が足りない。商談前にフォームで聞いておく。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に「30項目を20問のフォームに編成」依頼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冒頭はあいさつと所要時間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質問はセクション分け(2-3画面)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送信後のサンクスメッセージも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30項目を20問に編成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フォーム作成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必須/任意を明確化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自由記述は最小限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ヒアリングのフォーム化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所要時間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回答に何分かかるか事前に書かれているか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10分以内が目安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セクション分け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1画面に質問を詰めすぎていないか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5-7問でセクション切り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必須項目の明示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回答必須か任意かが明確か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必須に「*」マークを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フォーム回答→顧客情報シート整理 GAS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フォーム回答が来ても顧客情報シートへの転記が手作業。GAS で自動化。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に「フォーム回答→顧客情報シート整理GAS」依頼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重複チェックは氏名+メールで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回答内容に異常(空欄多すぎ)は通知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テスト回答で動作確認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onFormSubmit でGAS自動実行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既存顧客は更新、新規は追加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日時+回答内容をスプシに整形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通知メールで「ヒアリング完了」を自分に通知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フォーム回答→顧客情報シート整理 GAS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重複処理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既存顧客の二重登録を防げているか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氏名+メールでチェック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異常検知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空欄多すぎ等の異常を検知できるか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記入率20%未満で通知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データ整形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顧客情報シートの形式に合うよう変換されているか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列のマッピングを最初に決める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商談前準備が自動化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30項目のヒアリングがフォームで事前完了、商談は提案に集中。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データが自動で整理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で顧客情報シートに自動転記、転記ミスゼロ。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次回はシミュレーション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このデータを使って将来推移を計算する。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