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GAS + Gemini で ライフプランAI を実装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顧客カルテを埋めて "実行" ボタン → 30秒で40年CF+保険提案フックが出るツールをバイブコーディング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GAS で 入力→Gemini→スプシ書出 を実装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【生徒への声かけ例】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・「セットアップ手順_GASライフプランAI.md を見ながら、まず testSetup が通ることを目指して」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・「エラーが出たら 慌てず Logger のログを見る(GASエディタ下部)」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・「Sidebar.html は 実行状況を見るためのおまけ、メインは Code_ライフプランAI.gs」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 Gemini に投げる相談例(バイブコーディング)】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「Google Apps Script で、以下のスプシから顧客カルテを読み込み、Gemini API に投げて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40年ぶんのCF表 + サマリ + 保険提案フック を JSON で返させ、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別シートに書き出す関数を書いて。responseSchema で構造化強制。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顧客カルテのシート構造: [ここに項目一覧を貼付]」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・testSetup が全項目 OK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・記入例で シミュレーション実行が完走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・シミュレーション結果シートに CF表 40行 + サマリ + グラフ が出る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・保険提案フックシートに 3〜5件の提案候補が出る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・バイブコーディングは "AI に全部書かせて 動かない箇所だけ直す" スタイル。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・コード全読解を求めない。動作原理は理解、詳細は「困った時に読む」でOK。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・API キー漏洩を絶対に防ぐ。スクリプトプロパティ経由を徹底、コード直書きは NG。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・生徒が詰まったら 「セットアップ手順.md のトラブルシューティング表」を先に見せる。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3ケース実測 + 運用ルール決定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【3ケース実測の流れ】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記入例をコピペして実行 → CF表が妥当か目視、AI総評が顧客に説明できるトーンか確認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前提テーブルの投資リターン 2.0% → 4.0% に変更 → 再実行 → 貯蓄推移が上振れすることを確認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年収 600 → 200万に変更 → 再実行 → 破綻年が出て、総評で "対策" が提示されるか確認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【運用ルール決定の観点】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面談中: いつ 顧客の目の前で実行するか(冒頭 or 提案時)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レビュー: AI出力を 誰が どの時点でチェックするか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顧客への見せ方: CF表を直接見せる vs サマリだけ見せる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- 提案フックの扱い: 第15回マスタ表と照合してから提案 or その場で言及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・3ケースの実行結果と "気付いた点" が言語化されている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・数値精度の限界(累積計算の飛び値等)に気付いている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・前提変更の影響を顧客に説明する言い回しが決まっている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・運用ルール(いつ・誰が・どう使う)が スプシに書き残されている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・「AI出力を そのまま顧客に見せない」を必ず徹底。レビュー工程を運用ルールに明記。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・破綻年は "危機感煽り" にならないよう慎重に。「対策を一緒に考えるための材料」トーンで。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・第15回マスタ表を扱った生徒には、提案フック → マスタ表引当 の実演を勧める。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・生徒がツールを "現場でどう使うか" 具体的に想像できているかを最後の口頭確認で。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2026-07-22T02:49:50Z</dcterms:created>
  <dcterms:modified xsi:type="dcterms:W3CDTF">2026-07-22T02:49:50Z</dcterms:modified>
</cp:coreProperties>
</file>