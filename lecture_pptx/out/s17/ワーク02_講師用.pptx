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ヒアリングのフォーム化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商談前にAIヒアリングを完了させ、商談は提案に集中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ヒアリングのフォーム化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上の30項目ヒアリングを Google フォーム用に20問に編成して。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・所要時間目安を冒頭に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・セクション分け(2-3画面)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・必須/任意を明確化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・冒頭あいさつ+送信後サンクスメッセージ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・Google フォーム設計書(20問+セクション分け)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・30→20の絞り込みで悩む。「同じ目的の質問は1つに」を指針に。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・自由記述を多用しないよう注意。選択式優先。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・モバイル回答前提でレイアウトを確認。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フォーム回答→顧客情報シート整理 GAS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Google フォーム回答時に自動実行するGAS を作って。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・onFormSubmit トリガー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・既存顧客(氏名+メール一致)は更新、新規は追加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・記入率20%未満の場合は自分にメール通知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・顧客情報シートの列: ●●●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・自動整理GAS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・テスト回答で動作確認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・onFormSubmit トリガー設定を忘れない。コードだけでは動かない。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・重複チェックは氏名+メール の両方一致を推奨。氏名だけは同名で誤動作。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・テスト回答前にプレビューで全項目入力確認。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2026-06-21T01:48:01Z</dcterms:created>
  <dcterms:modified xsi:type="dcterms:W3CDTF">2026-06-21T01:48:01Z</dcterms:modified>
</cp:coreProperties>
</file>