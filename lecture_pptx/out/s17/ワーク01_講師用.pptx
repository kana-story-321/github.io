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ライフプランAIの 入出力を設計する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顧客カルテ(入力)+ 40年CF表・提案フック(出力)+ 前提テーブル の3点セットを固める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顧客カルテ(入力)と前提テーブルを設計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【生徒への声かけ例】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・「顧客カルテ_記入例 シートを開いて、5分眺めてから 顧客カルテを埋め始めて」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・「数値は全て 万円単位。年収600万は 600 と書く」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・「子ども③がいない人は "なし" と書く(空欄でも良いが明示的な方が AI が誤解しない)」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・「前提テーブル は今日は 眺めるだけでOK、月1回 見直し担当を決めるところまで」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【生徒が Gemini に投げる相談例】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「既存の30項目ヒアリング(貼付)を、AIが計算できる縦2列テンプレに整理して。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万円単位で統一、自由記述は "リスク" "要望" の2欄に集約」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・「顧客カルテ」シートが 6セクション 縦3列で完成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・「顧客カルテ_記入例」を眺めて 数値の書き方に納得している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・「前提テーブル」の月次見直し担当者を決めた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・第15回マスタ表(引受判定)との接続案が話し合われている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・「全部の項目を今日埋めなくて良い」と伝える。テンプレの構造 と 記入例の書き方 が掴めれば OK。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・数値と自由記述の混在を避ける。数値項目は数値、自由記述は "リスク・要望" 欄に集約。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・前提テーブルの数値は 実際の相場と乖離がないか、生徒に文科省/厚労省サイトで検証させても良い。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・第15回マスタ表を扱っている生徒には「product_type がどう接続できるか」を早めに議論。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出力(40年CF表 + サマリ + 保険提案フック)を設計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【生徒への声かけ例】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・「シミュレーション結果_サンプル シートを開いて、40年ぶんのCF表を見てみて」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・「これが AI から返ってくる想定の形。8列・サマリ5項目・保険フック3〜5件」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・「あなたの代理店で使う場合、この列で足りる?増やしたい列は?」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・「保険提案フックの product_type は "学資保険" "就業不能保険" などの タイプ。特定商品名は書かない、それは第15回マスタ表の仕事」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【生徒が Gemini に投げる相談例】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「保険代理店で 40年ライフプランCF を出す時、どんな出力設計が理想?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8列のCF表 + サマリ + 保険提案フック の骨格でレビューして、抜けている観点を教えて」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・「出力設計」シートを眺めて、CF表8列/サマリ5項目/保険フック4列 が理解できている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・自社独自の列追加案が 1〜2件出ている(例: 「税・社保引後の手取り列」等)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・第15回マスタ表との接続方法が具体的に決まっている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・破綻表現の扱い(悪ではなく "備えのきっかけ")について合意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・「AI に何を返してほしいか」を先に決めるのが W02 実装のカギ。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・出力を後から拡張すると 手戻りが大きい(GASの書き出しロジック変更 + プロンプト変更 + スプシレイアウト変更)。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・破綻年の扱いをしくじると 顧客に不安を煽る資料になる。「破綻シナリオ+その対策」のセット提示に。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・「AIが全部やってくれる」錯覚を避ける。数値検証・提案化 は 代理店の仕事。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2026-07-22T02:49:50Z</dcterms:created>
  <dcterms:modified xsi:type="dcterms:W3CDTF">2026-07-22T02:49:50Z</dcterms:modified>
</cp:coreProperties>
</file>