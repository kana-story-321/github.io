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ライフプランAIヒアリング設計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聞き漏れゼロの30項目+数値化ロジックを設計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ヒアリング項目を AI と整理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保険営業のライフプラン作成用ヒアリング項目を30項目作って。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・4カテゴリ(基本/家族/資産/不安)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・各項目: 1問1答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・法令上必要な項目を必ず含む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・聞きやすい順に並べる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・30項目ヒアリングシート(カテゴリ/質問/回答欄)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・「全部聞く」と圧迫感。優先度で選別する考えも伝える。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・1問1答を徹底。複合質問は混乱の元。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・社内ルール(必須項目)を最初に確認。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数値化ロジック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教育/老後/医療 の不足額計算ロジックを作って。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・各カテゴリの前提条件(年金月額/学費平均 等)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・Excel関数で再現可能な数式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・出力は赤/黄/緑 信号で見せられる形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・3カテゴリの計算ロジック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・ダミーデータで試算結果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・前提条件を曖昧にしない。出典付きが理想。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・計算が複雑すぎると現場で使えない。シンプルに。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・「不足額が大きい=悪」ではない。対策の提案に繋げる流れを意識。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