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ライフプランAIヒアリング設計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聞き漏れゼロの30項目+数値化ロジックを設計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ヒアリング30項目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4カテゴリで漏れなくヒアリングする項目セット。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数値化ロジック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感覚的な不安を金額で表す計算式を設計。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既存シートの棚卸し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既存ヒアリングを 3軸の観点で改善。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ライフプラン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今後の人生でかかる費用とリスクを見える化した計画書。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ヒアリング項目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ライフプラン作成のために聞く質問群。漏れると見直し不可。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数値化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「不安」を金額に変換すること。説得力UPの基本。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4カテゴリ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基本/家族/資産/不安 など、項目を分類する枠組み。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ライフプラン: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保険提案の土台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ヒアリング項目: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4カテゴリで整理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数値化: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と相性が良い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4カテゴリ: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聞きやすさが上がる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ヒアリング項目を AI と整理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ヒアリングが属人化。新人や代理対応で漏れがある。30項目セットを作る。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に「ライフプランヒアリング30項目を4カテゴリで」依頼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社内ルールと照合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質問の順番(聞きやすい順)も考慮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対面で使えるサイズに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4カテゴリ(基本/家族/資産/不安)で30項目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各項目: 1問1答形式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法令上必要な項目を含める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スプシで運用版に整形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ヒアリング項目を AI と整理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網羅性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4カテゴリで漏れがないか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実例の見直し3件で抜けチェック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1問1答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1項目で複数の答えを聞いていないか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「あなたの○○は?」の単一形式に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聞きやすい順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冒頭が答えやすい質問か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個人情報→家族→お金→不安 の順が無難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数値化ロジック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ヒアリングしても、感覚的な不安を金額化できない。数値化ロジックを作る。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に「不足額の計算ロジック作成」依頼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一般的な前提(年金月額/学費平均 等)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計算式は Excel 関数で再現可能に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結果は赤/黄/緑 信号で見せる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教育/老後/医療 の3カテゴリで不足額計算式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各カテゴリで前提条件を明示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計算式は AI 出力をそのまま反映可能に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ダミーデータで試算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数値化ロジック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前提の明示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計算前提が共有されているか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前提を顧客に伝えて納得感を出す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再現性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別の顧客でも同じロジックで計算できるか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関数化、変数だけ差し替え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可視化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結果が直感的に理解できる形か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色信号/グラフで一目で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聞き漏れがゼロに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30項目セットで誰でも同じ品質のヒアリング。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不安が金額になる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数値化で説得力UP、提案の根拠が示せる。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次回はシミュレーション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ヒアリング結果から将来推移を計算する。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