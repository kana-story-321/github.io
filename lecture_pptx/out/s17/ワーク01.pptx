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ライフプランAIの 入出力を設計する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顧客カルテ(入力)+ 40年CF表・提案フック(出力)+ 前提テーブル の3点セットを固める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入力: 顧客カルテを設計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対面で埋めやすい、AIが計算できる 縦2列テンプレを作る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出力: CF表 + サマリ + 提案フック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40年ぶんの年次CFと、代理店が使いやすい提案フックの形を決める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前提: 経済前提+教育費相場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顧客ごとに書き直さず、代理店で一元管理する前提テーブルを整備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ライフプランシミュレーション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相談時から40年ぶんの家計キャッシュフローを試算し、貯蓄推移とリスク箇所を可視化する分析。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顧客カルテ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対面ヒアリングで埋める入力シート。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項目/値の縦2列で AI に渡す構造化データ。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前提テーブル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経済前提(物価/給与/リターン)や 教育費相場、公的年金額 を一元管理するテーブル。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保険提案フック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シミュレーション結果から浮かぶ "この時期・この商品タイプ" の提案候補。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ライフプランシミュレーション: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保険提案の土台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顧客カルテ: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数値は万円単位で統一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前提テーブル: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年1回見直し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保険提案フック: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第15回マスタ表と接続可能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顧客カルテ(入力)と前提テーブルを設計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既存ヒアリングは 対面で聞くだけの メモ形式で、AIに投げても計算できない。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が読める "項目/値" の縦テンプレに書き直し、加えて 全顧客で共通の "前提テーブル" を分離する。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同梱の「顧客カルテ_記入例」「前提テーブル」で完成イメージを掴む。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「30項目ヒアリング」から必要な数値項目だけ抽出、自由記述は "リスク" "要望" の2欄に集約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子どもは 3人まで想定(空欄OK)、進学予定は "公立/私立" の組合せで書く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ライフイベントは 5件まで、退職金は 特別支出のマイナス記入で表現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前提テーブルの数値は 出典付き(文科省/厚労省 等)で信頼度を上げる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スプシ「顧客カルテ」を開く(項目/値/単位 の縦3列)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別シート「顧客カルテ_記入例」で完成イメージを掴む(35歳会社員 家族4人の例)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6セクションを整理: 基本情報 / 配偶者 / 子ども / 資産 / 月次支出 / ライフイベント / リスク・要望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数値は 万円単位 に統一(AIが計算しやすい形に)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前提テーブル(経済前提+教育費相場+公的年金)を眺めて年次見直しの担当を決める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顧客カルテ(入力)と前提テーブルを設計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入力の構造化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項目/値の縦2列で書けているか、数値は全て万円単位に統一されているか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に投げて "計算できる形" になっているかテスト送信で確認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前提の分離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顧客ごとに書き換える情報 と 全顧客共通の前提 が別シートに分かれているか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「顧客カルテに教育費相場を書き込む」ような設計になっていたら要見直し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更新性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前提テーブルは 誰が いつ 見直すかが決まっているか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出典が書かれている行が多いほど 再検証しやすい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出力(40年CF表 + サマリ + 保険提案フック)を設計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から何が返ってきたら "代理店が顧客に見せられる状態" か を設計する。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同梱の「出力設計」シート と「シミュレーション結果_サンプル」で 完成イメージを確認、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自分の代理店で使う場合の 列項目・粒度 を検討する。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出力を決めることで W02 の実装が具体化する — "何を作るか" が明確に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サマリの総評コメントは 3〜5文、代理店が顧客に説明できるトーンで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保険提案フックは "きっかけ" — 最終商品選定は 代理店 + 第15回マスタ表 が行う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40年は長い、30年に短縮する選択肢もある(ケース次第で講師が指示)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出力① 40年CF表: 年/年齢/収入/支出/特別/収支/貯蓄残高/備考 の8列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出力② サマリ: 最大貯蓄年/最低貯蓄年/破綻年/リスク期間/総評コメント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出力③ 保険提案フック: トリガー/推奨商品タイプ/推奨金額ヒント/提案理由 の4列で3〜5件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色分けルール決定: 収支マイナス=赤、貯蓄200万以下=黄、貯蓄マイナス=濃赤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第15回マスタ表(引受判定)との接続方法を検討: product_type からどう商品引き当てるか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出力(40年CF表 + サマリ + 保険提案フック)を設計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CF表の粒度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8列が顧客に見せられる粒度か、多すぎず少なすぎず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実際に自社の面談資料と並べて "説明しやすさ" を確認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提案フックの汎用性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product_type が汎用的(学資保険/個人年金/就業不能保険 等)になっているか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特定商品名まで書かせると 第15回マスタ表との接続で二重管理になる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破綻表現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破綻年は "悪" ではなく "備えのきっかけ" として扱えているか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総評コメントで "この対策で回避可能" までAIに書かせる設計にしているか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入力・前提・出力の3点セット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顧客カルテ / 前提テーブル / 出力設計 が固まった。W02 の実装はこれをそのまま形にするだけ。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数値化と自由記述の役割分担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数値は AI が計算、自由記述の "リスク・要望" は AI が提案フックに反映。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次はGAS実装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W02 で Code_ライフプランAI.gs を書き、実際に 30秒で40年CFが出るツールを作る。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2026-07-22T02:49:50Z</dcterms:created>
  <dcterms:modified xsi:type="dcterms:W3CDTF">2026-07-22T02:49:50Z</dcterms:modified>
</cp:coreProperties>
</file>