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承認フローと精度継続改善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人の目を入れる仕組みで配信品質を担保する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OK/NG 承認フロー GAS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上のGAS(自動収集スプシ)に承認フローを追加して。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・OK/NG/未判定の3択ドロップダウン列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・NG理由(選択肢: 古い/不正確/トーン違い/その他)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・OK判定した行だけを「配信候補」シートに自動転記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・10件以上未判定なら自分にメール通知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・改良GAS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・スプシに「承認フロー」「配信候補」「NGログ」3シート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・「全件OKにする」生徒が出る。NG が出ない=判定基準が緩い、と指摘。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・NG理由をフリーテキストにすると分析できない。選択肢必須。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・通知メールが多すぎるとうるさい。1日1回上限を厳守。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NGログ分析+精度継続改善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以下のNGログを分析して、プロンプト改善案を1点だけ出して。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・複数候補ある場合は「効果が大きそう」を優先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・改善案は「変更箇所」「変更後の指示文」を具体的に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【NGログ】(CSV 貼る)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 1点(変更前/変更後 セット)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・反映後の OK率測定計画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・「全部直したい」気持ちを抑える。1点ずつでないと効果が分からない。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・OK率を測定する基準期間を最初に決める(例:1週間)。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・OK率が下がる場合もある。失敗を恐れず元に戻せる仕組み(バージョン管理)を伝える。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2026-06-21T01:48:00Z</dcterms:created>
  <dcterms:modified xsi:type="dcterms:W3CDTF">2026-06-21T01:48:00Z</dcterms:modified>
</cp:coreProperties>
</file>