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承認フローと精度継続改善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人の目を入れる仕組みで配信品質を担保する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OK/NG 承認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スプシで人がチェックして OK のものだけ配信候補に。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判定ログ分析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 の傾向を AI で分析しプロンプト改善。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基礎組は分類体験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コードなしで「使う/使わない」を判断する目を養う。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承認フロー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AI生成 → 人がOK/NG判定 → OKだけ配信、という品質担保プロセス。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NGログ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人がNG判定した理由付きの記録。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プロンプト改善の材料。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判定基準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OK/NG を分ける明文化された基準。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属人化を防ぐ。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改善PDCA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NG傾向を分析→プロンプト改善→精度測定→再分析 のサイクル。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承認フロー: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完全自動化の前に必須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NGログ: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「なぜNG」が一番大事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判定基準: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スプシで一覧化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改善PDCA: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週1で十分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OK/NG 承認フロー GAS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【場面】自動収集はできたが、変な情報も混ざる。配信前に人がチェックする仕組みを GAS に組み込む。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に「OK/NG 列の追加と転記GAS」を依頼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 理由は選択肢から選ぶ形式が楽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通知頻度は1日1回 等に絞る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OK判定の所要時間を10分以内に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【ゴール】スプシに OK/NG 列を追加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 OK 行だけを「配信候補」シートに転記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 の理由列も追加(学習用)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承認待ちが溜まったら通知メール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OK/NG 承認フロー GAS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判定の負荷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1日10分以内で承認が終わるボリュームか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生成本数を5本/日に絞ると現実的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NG理由の活用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理由がプロンプト改善に繋がる形式か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「○○系のNG」とカテゴリで集計可能に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UI のシンプルさ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 OK/NG をクリック1つで判定できるか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ドロップダウン+条件付き書式で視覚化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NGログ分析+精度継続改善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NGの傾向を分析せず放置すると、同じ NG が出続ける。週1で AI に分析させ改善する。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に「NGログの傾向と改善案1点」を依頼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一度に変えるのは1点だけ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変更前後で OK率を比較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OK率80%超を目標に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週次でNGログを AI に渡して傾向分析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改善案を1点に絞ってプロンプトに反映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反映後の OK率変化を測定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OK率の推移を月次でグラフ化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NGログ分析+精度継続改善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変更の1点絞り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同時に複数変えていないか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比較できるよう必ず1点だけ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測定の客観性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改善前後の比較期間が同条件か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同じ曜日で同期間を比較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可視化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推移グラフで「改善されている」が見えるか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月次の OK率グラフを必ず作る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人の目で品質担保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完全自動より「AI+人の承認」の方が継続的に高品質を保てる。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NGが学習データ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NG理由を集めれば、プロンプトが育つ。捨てない。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1点ずつ改善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一度に1点だけ変える地味な作業が、精度向上の近道。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2026-06-21T01:48:00Z</dcterms:created>
  <dcterms:modified xsi:type="dcterms:W3CDTF">2026-06-21T01:48:00Z</dcterms:modified>
</cp:coreProperties>
</file>