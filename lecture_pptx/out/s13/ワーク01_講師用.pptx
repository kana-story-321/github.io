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情報収集GAS のバイブコーディング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毎朝5本の配信候補が自動で並ぶ仕組みを自分で作る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情報収集GAS をバイブコーディング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Googleスプレッドシートに毎朝6時、Gemini API でテーマ●●●に関する情報を5本収集して書き込むGASを作って。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・出力列: 日付/タイトル/本文(300字)/CTA/情報源URL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・API キーはスクリプトプロパティから取得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・try-catch でエラーをログに記録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・GAS コード(時間トリガー設定込み)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・スプシに「収集ログ」シート(列ヘッダー付き)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・API キー漏洩が一番怖い。スクリプトプロパティ設定を必ず最初に。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・初回は手動実行でデバッグ、時間トリガーは最後。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・「エラーで止まる」を怖がらず、try-catch で対応する考え方を伝える。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出力フォーマット固定化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上のGAS に出力フォーマット検証を追加して。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・タイトル: 25文字以内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・本文: 300字以内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・CTA と 情報源URL は必須(空欄ならNG)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・NGなら最大3回まで再生成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・3回失敗したら自分にメールで通知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・改良GAS(検証+再試行+通知)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・5回連続実行で全件OK 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・「完璧」を目指すと終わらない。3回再試行で諦めるバランスを学ばせる。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・通知メールが鬱陶しくならないよう、1日1回まで等の制限を入れる。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・5回テスト中に1回でも NG が出たら、プロンプト側で対応を検討。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