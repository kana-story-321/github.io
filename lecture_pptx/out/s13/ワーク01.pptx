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情報収集GAS のバイブコーディング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毎朝5本の配信候補が自動で並ぶ仕組みを自分で作る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収集GAS を自作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前回のプロンプトを GAS に組み込み、毎朝自動実行に。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出力フォーマット固定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タイトル/本文/CTA/情報源URL の形で安定出力。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スプシに自動蓄積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日付付きで蓄積し、後で振り返り可能な形に。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用語と前提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Google Apps Script。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Googleサービスを自動化するJavaScriptベースのスクリプト。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時間トリガー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指定した時間に GAS を自動実行する仕組み。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毎朝6時など。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Gemini API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Google の Gemini を外部から呼び出すための入口。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プロンプトテンプレ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前回作った再利用可能な指示文。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に組み込んで毎朝実行。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無料で使える、ブラウザだけで完結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時間トリガー: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人手不要の自動化の鍵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API: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APIキーが必要、無料枠あり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プロンプトテンプレ: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中身は前回のものをそのまま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情報収集GAS をバイブコーディング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配信ネタの収集に毎日30分以上かかる。GASで毎朝自動収集する仕組みを自作する。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に「Gemini API を呼び出す GAS を作って」と依頼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API キーはハードコードせずスクリプトプロパティで管理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まず手動実行でテストしてから時間トリガーを設定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前回のプロンプトテンプレを GAS に貼り込む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API キーをスクリプトプロパティに設定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毎朝6時に実行する GAS を作成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スプシに「日付/タイトル/本文/CTA/情報源URL」で記録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時間トリガーを設定して動作確認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情報収集GAS をバイブコーディング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APIキーの安全管理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コードに直書きせずスクリプトプロパティに保存しているか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コードを共有する時に絶対漏らさないルール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エラー時の挙動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が空応答や失敗を返した時、GAS が止まらないか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try-catch でエラーをスプシに記録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スプシ書き込みの形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後で見やすい列構造になっているか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日付/タイトル/本文/CTA/URL を必ず分けて記録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出力フォーマット固定化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出力フォーマットがバラバラで毎回手直しが必要。「そのまま配信に使える」形に固定する。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に既存コードを貼り「出力フォーマット固定+検証」を追加依頼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空欄や規定文字数超過は再実行する仕組みに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5回連続OK で合格とする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NG はエラーメールで通知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タイトル25文字以内/本文300文字以内/CTA/情報源URL 必須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色分けやスタイルもスプシで整える(条件付き書式)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5回実行して全部同じフォーマットで出るか確認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NGパターン(空欄/長すぎ)を弾く検証ロジック追加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出力フォーマット固定化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出力の一貫性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5回連続で同じフォーマットで出ているか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「Few-shot」で出力例を AI に示すと安定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検証ロジック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空欄や規定外を自動で弾けるか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文字数/必須項目をプログラムでチェック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再生成の挙動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NG時に何回まで再試行するかルールが明確か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3回試して失敗ならログ+通知が無難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配信ネタが自動で並ぶ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毎朝6時に5本の候補がスプシに揃っている状態。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バイブコーディングの実体験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に頼んで自分の業務を自動化、この体験が次のステップへ。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次回はLINE配信に接続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集めた素材を承認して LINE に配信する仕組みへ繋ぐ。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2026-06-21T01:48:00Z</dcterms:created>
  <dcterms:modified xsi:type="dcterms:W3CDTF">2026-06-21T01:48:00Z</dcterms:modified>
</cp:coreProperties>
</file>