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Lovable で LP をバイブコーディング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 に頼んで「ブランディング3軸」を反映した LP を世に出す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【講師用 解答・指導ポイント】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LP のたたき台を Lovable で生成 — 解答・指導ポイント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解答例プロンプト / 📝 想定アウトプット例 / 🧭 回答へ導くポイント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8321040" cy="1508760"/>
          </a:xfrm>
          <a:prstGeom prst="roundRect">
            <a:avLst>
              <a:gd name="adj" fmla="val 4848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97280"/>
            <a:ext cx="73152" cy="150876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76072" y="1188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解答例プロンプト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2648" y="1554480"/>
            <a:ext cx="793699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【貼り付け用】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保険営業向けの LP を作ってください。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ターゲット: 30代共働きで家計と保障の両立に悩む世帯。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提供価値: ライフプラン作成 → 必要な保障の数値化 → 過不足のない提案。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私の立ち位置: 売らない相談相手として伴走する保険プランナー。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構成: 冒頭の共感 → 困りごと → 解決の進め方 → ベネフィット → 公式LINE登録CTA。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色味は信頼感と親しみやすさを両立。1ページで短く読みやすく。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1480" y="2697480"/>
            <a:ext cx="8321040" cy="1097280"/>
          </a:xfrm>
          <a:prstGeom prst="roundRect">
            <a:avLst>
              <a:gd name="adj" fmla="val 6667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697480"/>
            <a:ext cx="73152" cy="10972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576072" y="27889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📝 想定アウトプット例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2648" y="3154680"/>
            <a:ext cx="793699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・ヒーローセクション: 「家計と保障、両立できていますか?」のキャッチ+共感文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・3つの解決ステップ(現状把握→数値化→提案)を1行ずつ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・お客様の声を1〜2件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・最下部 CTA「LINEで気軽に質問する」ボタン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1480" y="38862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3886200"/>
            <a:ext cx="73152" cy="100584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576072" y="39776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🧭 回答へ導くポイント・注意点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2648" y="4343400"/>
            <a:ext cx="79369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・Lovable に投げる前に「3軸シート」を必ず開かせる。空欄が出たら、その場で前回の振り返り。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・生成1回目は必ず微妙。生徒が「失敗だ」と思わないよう、修正を重ねる前提だと事前に伝える。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・CTA文言が硬くなりがち。生徒同士で読み合って「自分なら押すか?」を口に出させる。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LP→公式LINE→面談予約 の動線を設計 — 解答・指導ポイント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解答例プロンプト / 📝 想定アウトプット例 / 🧭 回答へ導くポイント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8321040" cy="1508760"/>
          </a:xfrm>
          <a:prstGeom prst="roundRect">
            <a:avLst>
              <a:gd name="adj" fmla="val 4848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97280"/>
            <a:ext cx="73152" cy="150876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76072" y="1188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解答例プロンプト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2648" y="1554480"/>
            <a:ext cx="793699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【貼り付け用】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私の公式LINEを AIDMA に沿って設計してください。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LP の URL は ●●● 、ターゲットと3軸は次の通り… (3軸シートを貼る)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AIDMAの各段階で「何を見せるか」「何を聞くか」を表形式で出してください。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面談予約までは3ステップに絞り、各ステップの目的を一文で書いてください。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1480" y="2697480"/>
            <a:ext cx="8321040" cy="1097280"/>
          </a:xfrm>
          <a:prstGeom prst="roundRect">
            <a:avLst>
              <a:gd name="adj" fmla="val 6667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697480"/>
            <a:ext cx="73152" cy="10972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576072" y="27889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📝 想定アウトプット例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2648" y="3154680"/>
            <a:ext cx="793699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・AIDMA別の設計テーブル(5行×3列: 段階/見せるもの/聞くこと)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・自動応答(あいさつ)文案 1案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・面談予約への遷移ステップ(登録 → 価値提示 → 予約案内)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1480" y="38862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3886200"/>
            <a:ext cx="73152" cy="100584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576072" y="39776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🧭 回答へ導くポイント・注意点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2648" y="4343400"/>
            <a:ext cx="79369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・「段階の違いを自分の言葉で説明できるか」を発表させると定着する。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・離脱フォローの分岐を作ると複雑になりがち。最初は1分岐だけに絞らせる。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・面談予約ボタンは LP/LINE 両方に置く。「2回見せる」が原則と強調。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2026-06-20T15:00:42Z</dcterms:created>
  <dcterms:modified xsi:type="dcterms:W3CDTF">2026-06-20T15:00:42Z</dcterms:modified>
</cp:coreProperties>
</file>