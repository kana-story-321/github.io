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成果発表+組織展開計画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個人成果を組織に波及させる起点に立つ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成果を社内発表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10分プレゼン用の構成を作って。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・65時間で得た成果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・3つのデモシナリオ(Before/After 形式)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・効果を具体的数字で(時間短縮○時間/件数○件 等)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・Q&amp;A 想定3問+回答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・10分プレゼン構成+資料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・デモシナリオ3つ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・Q&amp;A 準備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・「全部見せる」は失敗。3つに絞る勇気。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・数字で語る。「便利」「楽」では響かない。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・Q&amp;Aで上司の懐疑的質問に備える。「コストは?」「失敗時は?」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組織展開+振り返り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3ヶ月の組織展開計画を作って。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・月次マイルストーン3つ(M1/M2/M3)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・各マイルストーンの責任者+期限+成果物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・上司・同僚への共有計画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・効果測定指標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・3ヶ月組織展開計画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・個人振り返りシート(学び/活用3つ/次の方針)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・「全部1人で」は破綻。協力者を巻き込む計画を。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・月次マイルストーンを欲張らない。1つずつ確実に。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・振り返りシートは AI と対話形式で。1人だと深まらない。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