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自分の業務への統合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21回分の成果を自分の業務フローに統合する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業務フローへの統合計画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以下の私の週次業務にAIツールを統合する計画を作って。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・週次業務: ●●●(箇条書き)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・これまで作ったAIツール: ●●●(箇条書き)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・優先度高: 毎日5分以内で使えるツール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・3ヶ月で習慣化する流れ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・統合フロー図 A4 1枚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・優先順位リスト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・「全部やる」は失敗の元。3個に絞る勇気。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・実測ベースで時間配分。感覚は危険。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・3ヶ月後の到達像を最初にイメージさせる。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1週間運用計画書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1週間の運用計画書を作って。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・月〜金 × 朝/昼/夕/夜 の4時間帯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・各時間帯で使うツール+期待効果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・毎日5分の振り返り時間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・金曜30分の週次レビュー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・1週間運用計画書(時間表)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・振り返り日記テンプレ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・カレンダー登録まで必須。計画だけでは動かない。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・振り返りを「やる/やらない」で必ず聞く。最初の4週間は声かけ。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・効果が出ない時期(2〜3週目)が一番危ない。挫折しないよう励まし。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