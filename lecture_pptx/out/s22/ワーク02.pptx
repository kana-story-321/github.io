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成果発表+組織展開計画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個人成果を組織に波及させる起点に立つ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社内発表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65時間の成果を10分プレゼン。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組織展開計画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次の3ヶ月で組織にどう広げるか。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振り返りシート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個人の学びと次の方針をまとめる。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社内発表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成果を社内で発表することで波及効果を生む。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組織展開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個人ツールを部署/全社で使える形に広げること。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振り返り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学びと次の方針を整理する個人作業。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効果検証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導入前後の数字を比較して効果を実証。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社内発表: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組織展開の起点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段階的に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振り返り: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個人の継続の鍵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効果検証: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組織展開には必須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成果を社内発表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個人で成果が出た。組織への波及を起こすため社内発表する。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に「10分プレゼン構成」依頼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デモは Before/After 形式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数字: 時間短縮○時間/件数○件 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Q&amp;A 想定3問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10分プレゼン資料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3つのデモを含む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効果を具体的数字で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発表後のQ&amp;A準備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成果を社内発表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ストーリー性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聴衆が引き込まれる構成か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困った→AIで解決→結果の流れ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デモの説得力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実際に動いている画面を見せられるか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事前にスクリーン共有テスト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Q&amp;A準備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想定質問に答えられるか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上司目線の懐疑的質問を準備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組織展開+振り返り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発表で終わらず、組織に展開する。3ヶ月計画+個人振り返りで継続性を担保。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に「3ヶ月組織展開計画」依頼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責任者と協力者を明確に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個人振り返りはAI と対話形式で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上司にも共有して巻き込む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3ヶ月組織展開計画(月次マイルストーン+責任者)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個人振り返りシート(学び/活用したい3つ/次の3ヶ月の方針)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上司・同僚と共有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フィードバック収集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組織展開+振り返り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実行可能性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月次マイルストーンが現実的か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欲張りは失敗の元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責任の明確化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誰が何をいつまでにかが明確か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責任者・期限・成果物を明示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継続の仕組み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3ヶ月後も続く設計か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月次レビュー会を設定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個人から組織へ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65時間の学びを組織に波及させる起点に。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振り返りが次を生む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個人の学びを言語化することが次の成長へ。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AIと共に育つ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は道具。使い続けて初めて自分の力になる。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