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自分の業務への統合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21回分の成果を自分の業務フローに統合する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これまでの統合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21回分の成果物を自分の業務に組み込む。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1週間運用計画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月〜金 で使うAIツールを計画。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1つだけ本番運用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基礎組は1つに絞って3ヶ月続ける計画。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業務統合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個別ツールを実業務フローに組み込むこと。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運用計画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3ヶ月習慣化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新しい習慣が定着する目安期間。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効果測定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導入前後で時間/成果を比較。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業務統合: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使わないと身につかない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運用計画: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時間まで具体的に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3ヶ月習慣化: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4週間が壁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効果測定: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数字で語る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業務フローへの統合計画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個別の仕組みは作れた。自分の業務に組み込まないと意味がない。統合計画を作る。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に「業務フロー統合計画」依頼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週次/日次でいつ何を使うか具体的に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毎日5分以内のツール優先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3ヶ月で定着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自分の週次業務リズムを書き出し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各業務にAIツールを割り当て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統合フロー図 A4 1枚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優先順位付け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業務フローへの統合計画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網羅性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主要業務がカバーされているか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抜けると統合の意味薄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時間配分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無理のないペースか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詰めすぎは続かない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測定可能性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効果を数字で測れるか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時間短縮/件数増 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1週間運用計画書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統合フローを実際に動かす。1週間分の運用計画を作る。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朝/昼/夕/夜 の4区分で計画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毎日5分の振り返り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金曜は30分でレビュー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指標: 時間短縮/件数増 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月〜金 × 時間帯 × ツール × 期待効果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毎日の振り返り時間を確保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金曜に週次振り返り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効果測定の指標を決める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1週間運用計画書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時間の現実性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実測ベースの時間配分か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感覚は危険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振り返りの仕組み化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毎日/週次の振り返り時間が確保されているか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カレンダー登録必須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指標の単純さ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測りやすい指標を選んでいるか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複雑な指標は続かない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統合で初めて効果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個別ツールでなく業務フローに統合してこそ効果が出る。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無理せず続ける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4週間が壁。それを超えれば3ヶ月続く。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次は組織展開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応用編で社内発表+組織展開計画へ。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2026-06-21T01:48:01Z</dcterms:created>
  <dcterms:modified xsi:type="dcterms:W3CDTF">2026-06-21T01:48:01Z</dcterms:modified>
</cp:coreProperties>
</file>