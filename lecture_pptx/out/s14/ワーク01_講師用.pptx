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スプシ→LINE 自動配信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承認済みネタを毎朝自動で公式LINEに届ける仕組みを完成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スプシ→LINE 配信GAS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「配信候補」シートから「配信日が今日かつ 配信済 列が空」の行をLINE Messaging APIで配信するGASを作って。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・1日3本まで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・本文末に CTA URL を追記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・配信後に「配信済」列にチェック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・トークンはスクリプトプロパティ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・配信先LINEユーザーID/グループID: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・テスト配信で自分宛に届くこと確認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・トークン管理を厳重に。漏れると勝手に配信される。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・1日3本制限を入れずに大量配信して友だち離れする事故防止。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・テスト配信は必ず最初に。本番グループに直接は危険。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トリガー+エラー通知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上のGASに以下を追加。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・平日朝7時の時間トリガー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・土日は実行しない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・try-catch でエラー時に管理者(●●●)にメール通知(エラー内容+該当行)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・通知は同日1回まで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・実行ログをスプシ「実行ログ」シートに記録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・改良GAS(監視機能込み)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・わざとエラー発生 → 通知メール届くこと確認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・トリガーを設定したらすぐ忘れがち。設定確認画面の確認を必須に。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・通知メールが洪水化する事故を防ぐ。同日1回制限を厳守。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・対応手順 Doc を作らせる。「エラー来たら何見るか」が決まっていれば慌てない。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