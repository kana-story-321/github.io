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配信ログ分析 + 週次PDCA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配信を「育つ仕組み」に変える、改善サイクル定着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配信ログをAIで分析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以下は過去30日の公式LINE配信ログです。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目的は「来週試す改善1点を決める」。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次の観点で分析を: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- 反応が良かった投稿の共通点 5つ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- 外した投稿の共通点 3つ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- 改善案 5件(優先度 高/中/低)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改善案は「変更箇所+変更後の文言」まで具体的に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【データ】CSV 貼る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・分析レポート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・今週試す1点(具体アクション)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・データ整形を手抜きしがち。日/タイトル/数値 3要素必須を強調。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・改善案が抽象的(改善が必要)になりやすい。「変更前/変更後」セット必須。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・「全部やる」になりがち。1点に絞る制約を AI に伝える。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週次レポート自動化+改善1点反映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毎週月曜朝9時、過去7日の配信ログを集計してメールするGASを作って。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・集計項目: 配信件数/平均開封率/平均クリック率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・上位反応の3件のタイトル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・配信先メール: ●●●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・スプシに「週次レビュー」シート(学び/来週試す1点 列付き)を自動更新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・週次レポートGAS(時間トリガー込み)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・レビューシート 自動更新確認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・「学びを書く」習慣化が一番難しい。最初4週間は声掛け継続。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・分析自動化と判断は別。「数字はAI/判断は人」を強調。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・メールが鬱陶しくならないよう、配信時間と頻度を慎重に。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2026-06-21T01:48:01Z</dcterms:created>
  <dcterms:modified xsi:type="dcterms:W3CDTF">2026-06-21T01:48:01Z</dcterms:modified>
</cp:coreProperties>
</file>