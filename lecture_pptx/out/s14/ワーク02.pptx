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配信ログ分析 + 週次PDCA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配信を「育つ仕組み」に変える、改善サイクル定着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ログをAIで分析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配信ログをAIに渡して傾向と改善案を引き出す。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週次レポート自動化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毎週月曜に分析レポートが届くGAS。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改善1点反映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毎週1点だけ改善して、3ヶ月続ける文化に。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配信ログ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日付・本文・送信数・既読数・クリック数 等の記録。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KPI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Key Performance Indicator。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配信なら開封率/クリック率が代表。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週次レポート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週1回出る、配信状況のまとめ。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月曜に届く設定が王道。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A/B テスト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2案を同条件で比較し、反応の良い方を採用する手法。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配信ログ: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まずスプシで地道に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KPI: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見るべき数字を絞る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週次レポート: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15分で確認できる量に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A/B テスト: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まず件名から試す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配信ログをAIで分析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配信は続けているが、何が当たって何が外したか分からない。AI に分析させて改善案を引き出す。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CSV をそのまま渡し「分析して」と依頼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目的を先に書く(来週試す改善1点を決めたい)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改善案は「変更箇所+変更後の文言」まで具体的に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スプシ「学び」シートに保管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【ゴール】過去30日の配信ログをスプシで整形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に渡して「反応の良い投稿の共通点 5つ」抽出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「外した投稿の共通点 3つ」も言語化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改善案を 高/中/低 で5つ出力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配信ログをAIで分析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データ整形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日付/タイトル/数値 3要素が分かれているか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生CSVをそのまま AI に貼らないよう整形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仮説思考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「自分の仮説」を持って分析を依頼しているか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「夜配信の方が良さそう」など仮説を投げる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実行可能性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改善案が「1人で30分以内」に絞られているか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「30分以内で1点」と AI に伝える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週次レポート自動化+改善1点反映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分析できても続かないと意味がない。GASで自動化し、毎週月曜に届くレポートを作る。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に「週次集計レポートGAS」を依頼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集計項目は3つに絞る(配信数/開封率/クリック率)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15分以内で読める量に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改善は必ず1個だけ実行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毎週月曜朝9時に配信ログを集計するGAS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メールで自分宛に送信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レビューシートに「学び/来週試す1点」列を追加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改善を週1で実行する仕組み化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週次レポート自動化+改善1点反映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集計の軽さ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毎週15分以内で読める量か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3KPIだけに絞る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変化の可視化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前週比/前月比の変化が一目で分かるか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矢印や色で増減を表現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行動への接続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「来週試す1個」が必ずシートに書き込まれるか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空欄禁止のルール、書かなければ次週レビューしない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AIに分析を任せる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人は目的を伝え、AIに共通点抽出を任せる役割分担。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週次PDCAで育つ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小さな改善を毎週1個、3ヶ月で配信が大きく変わる。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次は引受判定へ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配信編が完成。次回からは現場業務のAI化に進む。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