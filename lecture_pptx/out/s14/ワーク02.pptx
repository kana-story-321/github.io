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188720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配信ログ分析 + 週次PDCA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配信を「育つ仕組み」に変える、改善サイクル定着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学習目標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17320"/>
            <a:ext cx="2468880" cy="73152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1264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ログをAIで分析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1264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配信ログをAIに渡して傾向と改善案を引き出す。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4612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37560" y="1417320"/>
            <a:ext cx="2468880" cy="73152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344728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44728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週次レポート自動化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44728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毎週月曜に分析レポートが届くGAS。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08076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72200" y="1417320"/>
            <a:ext cx="2468880" cy="73152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628192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03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28192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改善1点反映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28192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毎週1点だけ改善して、3ヶ月続ける文化に。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STEP1: 抑えておきたい用語と仕様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1979676" cy="246888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417320"/>
            <a:ext cx="1979676" cy="338328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493776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配信ログ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30352" y="1901952"/>
            <a:ext cx="165049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日付・本文・送信数・既読数・クリック数 等の記録。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510028" y="1188720"/>
            <a:ext cx="1979676" cy="246888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10028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E8A33D"/>
          </a:solidFill>
          <a:ln/>
        </p:spPr>
      </p:sp>
      <p:sp>
        <p:nvSpPr>
          <p:cNvPr id="11" name="Shape 9"/>
          <p:cNvSpPr/>
          <p:nvPr/>
        </p:nvSpPr>
        <p:spPr>
          <a:xfrm>
            <a:off x="2510028" y="1417320"/>
            <a:ext cx="1979676" cy="3383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2638044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KPI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674620" y="1901952"/>
            <a:ext cx="165049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Key Performance Indicator。配信なら開封率/クリック率が代表。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654296" y="1188720"/>
            <a:ext cx="1979676" cy="246888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54296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1F3A5F"/>
          </a:solidFill>
          <a:ln/>
        </p:spPr>
      </p:sp>
      <p:sp>
        <p:nvSpPr>
          <p:cNvPr id="16" name="Shape 14"/>
          <p:cNvSpPr/>
          <p:nvPr/>
        </p:nvSpPr>
        <p:spPr>
          <a:xfrm>
            <a:off x="4654296" y="1417320"/>
            <a:ext cx="1979676" cy="338328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7" name="Text 15"/>
          <p:cNvSpPr/>
          <p:nvPr/>
        </p:nvSpPr>
        <p:spPr>
          <a:xfrm>
            <a:off x="4782312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週次レポート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818888" y="1901952"/>
            <a:ext cx="165049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週1回出る、配信状況のまとめ。月曜に届く設定が王道。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798564" y="1188720"/>
            <a:ext cx="1979676" cy="246888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7C5F8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98564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7C5F8A"/>
          </a:solidFill>
          <a:ln/>
        </p:spPr>
      </p:sp>
      <p:sp>
        <p:nvSpPr>
          <p:cNvPr id="21" name="Shape 19"/>
          <p:cNvSpPr/>
          <p:nvPr/>
        </p:nvSpPr>
        <p:spPr>
          <a:xfrm>
            <a:off x="6798564" y="1417320"/>
            <a:ext cx="1979676" cy="338328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22" name="Text 20"/>
          <p:cNvSpPr/>
          <p:nvPr/>
        </p:nvSpPr>
        <p:spPr>
          <a:xfrm>
            <a:off x="6926580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A/B テスト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963156" y="1901952"/>
            <a:ext cx="165049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2案を同条件で比較し、反応の良い方を採用する手法。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65760" y="3931920"/>
            <a:ext cx="8412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配信ログ: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まずスプシで地道に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KPI: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見るべき数字を絞る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週次レポート: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15分で確認できる量に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A/B テスト: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まず件名から試す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配信ログをAIで分析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416052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91440" cy="178308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📍 シチュエーション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9224" y="1536192"/>
            <a:ext cx="370332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配信は続けているが、何が当たって何が外したか分からない。AI に分析させて改善案を引き出す。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880360"/>
            <a:ext cx="4160520" cy="201168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880360"/>
            <a:ext cx="91440" cy="20116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" y="297180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💭 プロンプトのヒント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" y="3410712"/>
            <a:ext cx="37033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CSV をそのまま渡し「分析して」と依頼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目的を先に書く(来週試す改善1点を決めたい)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改善案は「変更箇所+変更後の文言」まで具体的に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スプシ「学び」シートに保管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160520" cy="3886200"/>
          </a:xfrm>
          <a:prstGeom prst="roundRect">
            <a:avLst>
              <a:gd name="adj" fmla="val 1882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005840"/>
            <a:ext cx="91440" cy="3886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486460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AIに作ってもらいたいもの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01184" y="1536192"/>
            <a:ext cx="370332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【ゴール】過去30日の配信ログをスプシで整形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Gemini に渡して「反応の良い投稿の共通点 5つ」抽出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「外した投稿の共通点 3つ」も言語化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改善案を 高/中/低 で5つ出力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配信ログをAIで分析 — 観点別チェック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プロンプトをさらにブラッシュアップ — 3観点でセルフチェック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25880"/>
            <a:ext cx="2651760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3949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A. データ整形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日付/タイトル/数値 3要素が分かれているか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生CSVをそのまま AI に貼らないよう整形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E8A3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51760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37413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2900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B. 仮説思考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「自分の仮説」を持って分析を依頼しているか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2900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「夜配信の方が良さそう」など仮説を投げる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7C5F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25880"/>
            <a:ext cx="2651760" cy="457200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9" name="Text 17"/>
          <p:cNvSpPr/>
          <p:nvPr/>
        </p:nvSpPr>
        <p:spPr>
          <a:xfrm>
            <a:off x="620877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C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6364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C. 実行可能性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改善案が「1人で30分以内」に絞られているか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6364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「30分以内で1点」と AI に伝える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週次レポート自動化+改善1点反映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416052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91440" cy="178308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📍 シチュエーション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9224" y="1536192"/>
            <a:ext cx="370332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分析できても続かないと意味がない。GASで自動化し、毎週月曜に届くレポートを作る。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880360"/>
            <a:ext cx="4160520" cy="201168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880360"/>
            <a:ext cx="91440" cy="20116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" y="297180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💭 プロンプトのヒント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" y="3410712"/>
            <a:ext cx="37033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Gemini に「週次集計レポートGAS」を依頼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集計項目は3つに絞る(配信数/開封率/クリック率)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15分以内で読める量に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改善は必ず1個だけ実行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160520" cy="3886200"/>
          </a:xfrm>
          <a:prstGeom prst="roundRect">
            <a:avLst>
              <a:gd name="adj" fmla="val 1882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005840"/>
            <a:ext cx="91440" cy="3886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486460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AIに作ってもらいたいもの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01184" y="1536192"/>
            <a:ext cx="370332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毎週月曜朝9時に配信ログを集計するGAS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メールで自分宛に送信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レビューシートに「学び/来週試す1点」列を追加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改善を週1で実行する仕組み化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週次レポート自動化+改善1点反映 — 観点別チェック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プロンプトをさらにブラッシュアップ — 3観点でセルフチェック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25880"/>
            <a:ext cx="2651760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3949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A. 集計の軽さ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毎週15分以内で読める量か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3KPIだけに絞る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E8A3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51760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37413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2900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B. 変化の可視化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前週比/前月比の変化が一目で分かるか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2900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矢印や色で増減を表現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7C5F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25880"/>
            <a:ext cx="2651760" cy="457200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9" name="Text 17"/>
          <p:cNvSpPr/>
          <p:nvPr/>
        </p:nvSpPr>
        <p:spPr>
          <a:xfrm>
            <a:off x="620877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C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6364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C. 行動への接続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「来週試す1個」が必ずシートに書き込まれるか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6364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空欄禁止のルール、書かなければ次週レビューしない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今日の持ち帰り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371600" cy="54864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5544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719072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508760" y="1691640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AIに分析を任せる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08760" y="2121408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人は目的を伝え、AIに共通点抽出を任せる役割分担。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807208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29718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02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1508760" y="2944368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週次PDCAで育つ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08760" y="3374136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小さな改善を毎週1個、3ヶ月で配信が大きく変わる。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059936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4224528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03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1508760" y="4197096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次は引受判定へ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08760" y="4626864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配信編が完成。次回からは現場業務のAI化に進む。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2026-06-20T15:47:45Z</dcterms:created>
  <dcterms:modified xsi:type="dcterms:W3CDTF">2026-06-20T15:47:45Z</dcterms:modified>
</cp:coreProperties>
</file>