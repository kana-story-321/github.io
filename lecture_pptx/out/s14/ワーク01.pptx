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スプシ→LINE 自動配信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承認済みネタを毎朝自動で公式LINEに届ける仕組みを完成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配信GAS を構築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OK判定のネタを LINE Messaging API で自動配信。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止まらない設計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try-catch+異常時通知で監視可能に。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二重配信防止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配信済みフラグで同じネタが2度届かない仕組み。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LINE Messaging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をプログラムから操作するための API。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チャネルアクセストークン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API認証用の鍵。公式LINE Manager で発行。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配信済みフラグ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配信したら印を付けて、2度送らないようにする仕組み。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時間トリガー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指定時刻にGAS実行。平日朝7時等を設定。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Messaging API: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チャネルアクセストークンが必要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チャネルアクセストークン: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スクリプトプロパティで管理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配信済みフラグ: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スプシの「配信済」列でOK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時間トリガー: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土日除外も設定可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スプシ→LINE 配信GAS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OK判定のネタは溜まるが、配信は手作業。GAS で毎朝7時に自動配信する。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に「LINE Messaging API を呼ぶGAS」を依頼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1日3本まで(配信過多防止)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本文末に LP の CTA URL を必ず添付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テスト配信は自分のアカウントで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Messaging API のトークン取得+スクリプトプロパティ保存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配信候補シートから「配信日==今日 かつ 未配信」を抽出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本文+CTA URL を整形して LINE に送信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送信後に「配信済」フラグを立てる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スプシ→LINE 配信GAS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トークン管理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チャネルトークンを安全に管理しているか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スクリプトプロパティ必須、コード直書き禁止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配信本数の制御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1日の上限が決まっているか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3本/日 が現実的、それ以上は読まれない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CTA の有無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配信文の末尾に必ず CTA(URL) が入っているか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CTA なしは配信しないルールに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トリガー+エラー通知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配信GAS は動くが、エラーで止まると気付けない。時間トリガー+エラー通知で監視可能に。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に「時間トリガー+土日除外+エラー通知」を追加依頼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一時的にコードでエラーを起こして通知が来るか確認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通知頻度上限(同日1回)を設定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ログは1ヶ月分保持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平日朝7時に自動実行する時間トリガー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土日は配信しない条件分岐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try-catch でエラー時に管理者メール送信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ログをスプシに記録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トリガー+エラー通知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監視の網羅性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エラー時/正常時 両方の状態が分かる仕組みか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正常時もログを残しておく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通知の質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エラー通知に「何が起きたか」が具体的に書かれているか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エラー内容と該当行を本文に含める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復旧の速さ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エラー時に何を見れば良いかが事前に決まっているか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対応手順を Doc 化して通知メールに URL 貼付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配信が完全自動に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毎朝7時、勝手にLINEに配信される世界。手作業ゼロ。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止まらない設計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エラーが出ても通知で気付ける。修正は10分で終わる。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次は分析と改善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配信ログを活かして、来週はもっと良い配信に。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