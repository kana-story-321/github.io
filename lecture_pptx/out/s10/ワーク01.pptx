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公式LINE 本設定 + ステップ配信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前回作った素材を流し込んで、公式LINE を「動く状態」にする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学習目標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2468880" cy="7315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1264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前回素材の流し込み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1264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リッチメニュー・アイコン・LP URL を公式LINE に設定する。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417320"/>
            <a:ext cx="2468880" cy="7315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344728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4728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ステップ配信を登録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4728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前回作った Day1〜Day3 の配信文をステップ配信として登録。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8076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417320"/>
            <a:ext cx="2468880" cy="73152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628192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28192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テスト配信で動作確認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28192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自分の個人LINE で全工程を1往復してテストする。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STEP1: 用語と前提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979676" cy="246888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417320"/>
            <a:ext cx="1979676" cy="3383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公式LINE Manager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" y="1901952"/>
            <a:ext cx="16504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LINE Official Account の管理画面。配信設定・分析・リッチメニューはここで操作。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10028" y="1188720"/>
            <a:ext cx="1979676" cy="246888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0028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E8A33D"/>
          </a:solidFill>
          <a:ln/>
        </p:spPr>
      </p:sp>
      <p:sp>
        <p:nvSpPr>
          <p:cNvPr id="11" name="Shape 9"/>
          <p:cNvSpPr/>
          <p:nvPr/>
        </p:nvSpPr>
        <p:spPr>
          <a:xfrm>
            <a:off x="2510028" y="1417320"/>
            <a:ext cx="1979676" cy="3383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2638044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ステップ配信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74620" y="1901952"/>
            <a:ext cx="16504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友だち追加後の経過日数に応じて、順番に自動でメッセージを送る機能。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54296" y="1188720"/>
            <a:ext cx="1979676" cy="246888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54296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1F3A5F"/>
          </a:solidFill>
          <a:ln/>
        </p:spPr>
      </p:sp>
      <p:sp>
        <p:nvSpPr>
          <p:cNvPr id="16" name="Shape 14"/>
          <p:cNvSpPr/>
          <p:nvPr/>
        </p:nvSpPr>
        <p:spPr>
          <a:xfrm>
            <a:off x="4654296" y="1417320"/>
            <a:ext cx="1979676" cy="338328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4782312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あいさつメッセージ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18888" y="1901952"/>
            <a:ext cx="16504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友だち追加された直後に1回だけ自動で送られるメッセージ。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98564" y="1188720"/>
            <a:ext cx="1979676" cy="246888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7C5F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98564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7C5F8A"/>
          </a:solidFill>
          <a:ln/>
        </p:spPr>
      </p:sp>
      <p:sp>
        <p:nvSpPr>
          <p:cNvPr id="21" name="Shape 19"/>
          <p:cNvSpPr/>
          <p:nvPr/>
        </p:nvSpPr>
        <p:spPr>
          <a:xfrm>
            <a:off x="6798564" y="1417320"/>
            <a:ext cx="1979676" cy="338328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22" name="Text 20"/>
          <p:cNvSpPr/>
          <p:nvPr/>
        </p:nvSpPr>
        <p:spPr>
          <a:xfrm>
            <a:off x="6926580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タップ領域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63156" y="1901952"/>
            <a:ext cx="16504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リッチメニュー画像の上で「ここを押すと何が起きるか」を割り当てる範囲。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" y="393192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公式LINE Manager: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manager.line.biz でログイン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ステップ配信: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無料プランでも回数制限内で利用可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あいさつメッセージ: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最初の印象を決める重要メッセージ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タップ領域: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画像とは別に座標で指定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前回素材を公式LINE に流し込む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91440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前回作った素材(リッチメニュー画像/アイコン/LP URL/あいさつ文)が手元にある。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これらを公式LINE Manager に登録し、見た目を完成させる。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91440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97180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" y="3410712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全工程スマホでもブラウザでも可、ブラウザ推奨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タップ領域は「画像の見た目」とぴったり合わせる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あいさつメッセージに絵文字+改行を入れて読みやすく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保存→プレビュー→保存 のサイクルで小まめに確認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91440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1184" y="1536192"/>
            <a:ext cx="3703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プロフィール画像にアイコンを設定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リッチメニュー画像をアップロード+タップ領域を割り当て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あいさつメッセージに前回の文案を登録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プロフィール紹介文に LP URL を貼り付け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前回素材を公式LINE に流し込む — 観点別チェック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65176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見た目の一貫性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アイコン・リッチメニュー・LP の配色が揃っているか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スマホで実機確認、違和感あれば前回素材の色を再生成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タップ精度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タップ領域と画像の見た目がピクセル単位でズレていないか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プレビュー画面で実際にタップして遷移するかをチェック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325880"/>
            <a:ext cx="2651760" cy="4572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ファースト3秒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友だち追加から3秒で「この人は何の人か」が伝わるか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初対面の友人に登録してもらい、率直な感想を聞く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ステップ配信を登録+テスト配信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91440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前回作った Day1〜Day3 のステップ配信文をシステムに登録し、自分宛にテスト配信して動作確認。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91440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97180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" y="3410712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テスト時はトリガー時間を「1時間後」に短縮するとすぐ確認できる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配信文は登録後にもプレビュー機能で表示確認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絵文字が表示崩れしないか、Android/iOS 両方で確認推奨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テスト後は本番のトリガー時間に戻す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91440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1184" y="1536192"/>
            <a:ext cx="3703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ステップ配信を新規作成し、Day1〜Day3 を登録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配信タイミング(追加から○時間後/○日後)を設定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自分の個人LINE で公式LINE を友だち追加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実際にステップ配信が届くかを確認(時間短縮設定でテスト)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ステップ配信を登録+テスト配信 — 観点別チェック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65176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配信文の読みやすさ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スマホ画面で「指を止めずスクロールできる」リズムになっているか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実機で音読、息継ぎポイントで改行を入れる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遷移の自然さ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CTA(予約や LP)への動線が「次の一歩」として自然か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「ここをタップ」「下のリンクから」など具体的に誘導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325880"/>
            <a:ext cx="2651760" cy="4572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設定漏れ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タイミング設定・送信対象・配信時間がすべて意図通りか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チェックリスト化して保存前に1つずつ確認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今日の持ち帰り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37160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5544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71907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508760" y="169164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素材があれば設定は早い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121408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前回の準備が効いて、本設定は30分以内で完了できる。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807208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9718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508760" y="2944368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テスト配信が品質を守る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337413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本番前のテストで体裁崩れや遷移不良を発見できる。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059936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422452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508760" y="4197096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見た目+動作+導線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4626864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3つが揃って初めて「動く公式LINE」になる。次は配信改善へ。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2026-06-20T15:47:45Z</dcterms:created>
  <dcterms:modified xsi:type="dcterms:W3CDTF">2026-06-20T15:47:45Z</dcterms:modified>
</cp:coreProperties>
</file>