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notesMasterIdLst>
    <p:notesMasterId r:id="rId5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3A5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2194560"/>
            <a:ext cx="9144000" cy="45720"/>
          </a:xfrm>
          <a:prstGeom prst="rect">
            <a:avLst/>
          </a:prstGeom>
          <a:solidFill>
            <a:srgbClr val="0E7C86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188720"/>
            <a:ext cx="804672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名刺交換者・既存顧客向けLINE 運用</a:t>
            </a:r>
            <a:endParaRPr lang="en-US" sz="3800" dirty="0"/>
          </a:p>
        </p:txBody>
      </p:sp>
      <p:sp>
        <p:nvSpPr>
          <p:cNvPr id="4" name="Text 2"/>
          <p:cNvSpPr/>
          <p:nvPr/>
        </p:nvSpPr>
        <p:spPr>
          <a:xfrm>
            <a:off x="548640" y="2331720"/>
            <a:ext cx="8046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900" dirty="0">
                <a:solidFill>
                  <a:srgbClr val="E8A33D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ターゲット別に「届け方」を変える、運用2本目以降の設計</a:t>
            </a:r>
            <a:endParaRPr lang="en-US" sz="1900" dirty="0"/>
          </a:p>
        </p:txBody>
      </p:sp>
      <p:sp>
        <p:nvSpPr>
          <p:cNvPr id="5" name="Text 3"/>
          <p:cNvSpPr/>
          <p:nvPr/>
        </p:nvSpPr>
        <p:spPr>
          <a:xfrm>
            <a:off x="548640" y="4114800"/>
            <a:ext cx="8046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E8A33D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【講師用 解答・指導ポイント】</a:t>
            </a:r>
            <a:endParaRPr lang="en-US" sz="17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E7C86"/>
          </a:solidFill>
          <a:ln/>
        </p:spPr>
      </p:sp>
      <p:sp>
        <p:nvSpPr>
          <p:cNvPr id="3" name="Text 1"/>
          <p:cNvSpPr/>
          <p:nvPr/>
        </p:nvSpPr>
        <p:spPr>
          <a:xfrm>
            <a:off x="411480" y="201168"/>
            <a:ext cx="8412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3A5F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演習1 名刺交換者向けLINE 導線 — 解答・指導ポイント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11480" y="804672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555555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💬 解答例プロンプト / 📝 想定アウトプット例 / 🧭 回答へ導くポイント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411480" y="1234440"/>
            <a:ext cx="8321040" cy="1645920"/>
          </a:xfrm>
          <a:prstGeom prst="roundRect">
            <a:avLst>
              <a:gd name="adj" fmla="val 4444"/>
            </a:avLst>
          </a:prstGeom>
          <a:solidFill>
            <a:srgbClr val="F4F6F9"/>
          </a:solidFill>
          <a:ln w="6350">
            <a:solidFill>
              <a:srgbClr val="D7DCE3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11480" y="1234440"/>
            <a:ext cx="91440" cy="1645920"/>
          </a:xfrm>
          <a:prstGeom prst="rect">
            <a:avLst/>
          </a:prstGeom>
          <a:solidFill>
            <a:srgbClr val="0E7C86"/>
          </a:solidFill>
          <a:ln/>
        </p:spPr>
      </p:sp>
      <p:sp>
        <p:nvSpPr>
          <p:cNvPr id="7" name="Text 5"/>
          <p:cNvSpPr/>
          <p:nvPr/>
        </p:nvSpPr>
        <p:spPr>
          <a:xfrm>
            <a:off x="612648" y="1325880"/>
            <a:ext cx="801014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E7C86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💬 解答例プロンプト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649224" y="1764792"/>
            <a:ext cx="7863840" cy="10241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【貼り付け用】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名刺交換した方向けの3日間ステップ配信を作って下さい。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1日目: 面談のお礼+自分の3軸/2日目: お役立ち情報/3日目: 予約 or 相談へのCTA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私の3軸は ●●●、面談で多い話題は ●●●。スマホで読む前提で短文+改行+絵文字あり。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11480" y="2971800"/>
            <a:ext cx="8321040" cy="1005840"/>
          </a:xfrm>
          <a:prstGeom prst="roundRect">
            <a:avLst>
              <a:gd name="adj" fmla="val 7273"/>
            </a:avLst>
          </a:prstGeom>
          <a:solidFill>
            <a:srgbClr val="F4F6F9"/>
          </a:solidFill>
          <a:ln w="6350">
            <a:solidFill>
              <a:srgbClr val="D7DCE3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11480" y="2971800"/>
            <a:ext cx="91440" cy="1005840"/>
          </a:xfrm>
          <a:prstGeom prst="rect">
            <a:avLst/>
          </a:prstGeom>
          <a:solidFill>
            <a:srgbClr val="E8A33D"/>
          </a:solidFill>
          <a:ln/>
        </p:spPr>
      </p:sp>
      <p:sp>
        <p:nvSpPr>
          <p:cNvPr id="11" name="Text 9"/>
          <p:cNvSpPr/>
          <p:nvPr/>
        </p:nvSpPr>
        <p:spPr>
          <a:xfrm>
            <a:off x="612648" y="3063240"/>
            <a:ext cx="801014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8A33D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📝 想定アウトプット例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649224" y="3502152"/>
            <a:ext cx="7863840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・3日間 ステップ配信本文(各300文字以内)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・名刺裏に貼るQR画像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・タグ自動付与URL(パラメータ付き)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411480" y="4069080"/>
            <a:ext cx="8321040" cy="914400"/>
          </a:xfrm>
          <a:prstGeom prst="roundRect">
            <a:avLst>
              <a:gd name="adj" fmla="val 8000"/>
            </a:avLst>
          </a:prstGeom>
          <a:solidFill>
            <a:srgbClr val="F4F6F9"/>
          </a:solidFill>
          <a:ln w="6350">
            <a:solidFill>
              <a:srgbClr val="D7DCE3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11480" y="4069080"/>
            <a:ext cx="91440" cy="914400"/>
          </a:xfrm>
          <a:prstGeom prst="rect">
            <a:avLst/>
          </a:prstGeom>
          <a:solidFill>
            <a:srgbClr val="1F3A5F"/>
          </a:solidFill>
          <a:ln/>
        </p:spPr>
      </p:sp>
      <p:sp>
        <p:nvSpPr>
          <p:cNvPr id="15" name="Text 13"/>
          <p:cNvSpPr/>
          <p:nvPr/>
        </p:nvSpPr>
        <p:spPr>
          <a:xfrm>
            <a:off x="612648" y="4160520"/>
            <a:ext cx="801014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A5F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🧭 回答へ導くポイント・注意点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649224" y="4599432"/>
            <a:ext cx="7863840" cy="292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・「面談のお礼」一辺倒だと商業的に見える。共通話題を必ず1つ入れる。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・名刺QR と他導線QR を混同しがち。QR画像にラベルを付けて管理。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・タグ自動付与は技術的に少し複雑。LINE Manager のヘルプを併用。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E7C86"/>
          </a:solidFill>
          <a:ln/>
        </p:spPr>
      </p:sp>
      <p:sp>
        <p:nvSpPr>
          <p:cNvPr id="3" name="Text 1"/>
          <p:cNvSpPr/>
          <p:nvPr/>
        </p:nvSpPr>
        <p:spPr>
          <a:xfrm>
            <a:off x="411480" y="201168"/>
            <a:ext cx="8412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3A5F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演習2 既存顧客向けLINE と年間配信プラン — 解答・指導ポイント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11480" y="804672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555555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💬 解答例プロンプト / 📝 想定アウトプット例 / 🧭 回答へ導くポイント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411480" y="1234440"/>
            <a:ext cx="8321040" cy="1645920"/>
          </a:xfrm>
          <a:prstGeom prst="roundRect">
            <a:avLst>
              <a:gd name="adj" fmla="val 4444"/>
            </a:avLst>
          </a:prstGeom>
          <a:solidFill>
            <a:srgbClr val="F4F6F9"/>
          </a:solidFill>
          <a:ln w="6350">
            <a:solidFill>
              <a:srgbClr val="D7DCE3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11480" y="1234440"/>
            <a:ext cx="91440" cy="1645920"/>
          </a:xfrm>
          <a:prstGeom prst="rect">
            <a:avLst/>
          </a:prstGeom>
          <a:solidFill>
            <a:srgbClr val="0E7C86"/>
          </a:solidFill>
          <a:ln/>
        </p:spPr>
      </p:sp>
      <p:sp>
        <p:nvSpPr>
          <p:cNvPr id="7" name="Text 5"/>
          <p:cNvSpPr/>
          <p:nvPr/>
        </p:nvSpPr>
        <p:spPr>
          <a:xfrm>
            <a:off x="612648" y="1325880"/>
            <a:ext cx="801014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E7C86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💬 解答例プロンプト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649224" y="1764792"/>
            <a:ext cx="7863840" cy="10241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【貼り付け用】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保険既存顧客向けの12ヶ月配信プランを作って下さい。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・月のテーマ + 具体的なお題1つ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・6月と12月は「見直し提案」を含める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・配信頻度は月1回、第2金曜の朝に配信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・3軸: ●●●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11480" y="2971800"/>
            <a:ext cx="8321040" cy="1005840"/>
          </a:xfrm>
          <a:prstGeom prst="roundRect">
            <a:avLst>
              <a:gd name="adj" fmla="val 7273"/>
            </a:avLst>
          </a:prstGeom>
          <a:solidFill>
            <a:srgbClr val="F4F6F9"/>
          </a:solidFill>
          <a:ln w="6350">
            <a:solidFill>
              <a:srgbClr val="D7DCE3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11480" y="2971800"/>
            <a:ext cx="91440" cy="1005840"/>
          </a:xfrm>
          <a:prstGeom prst="rect">
            <a:avLst/>
          </a:prstGeom>
          <a:solidFill>
            <a:srgbClr val="E8A33D"/>
          </a:solidFill>
          <a:ln/>
        </p:spPr>
      </p:sp>
      <p:sp>
        <p:nvSpPr>
          <p:cNvPr id="11" name="Text 9"/>
          <p:cNvSpPr/>
          <p:nvPr/>
        </p:nvSpPr>
        <p:spPr>
          <a:xfrm>
            <a:off x="612648" y="3063240"/>
            <a:ext cx="801014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8A33D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📝 想定アウトプット例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649224" y="3502152"/>
            <a:ext cx="7863840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・12ヶ月分の配信テーマ表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・直近3ヶ月の配信文 下書き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・配信日カレンダー(Googleカレンダー予定として登録)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411480" y="4069080"/>
            <a:ext cx="8321040" cy="914400"/>
          </a:xfrm>
          <a:prstGeom prst="roundRect">
            <a:avLst>
              <a:gd name="adj" fmla="val 8000"/>
            </a:avLst>
          </a:prstGeom>
          <a:solidFill>
            <a:srgbClr val="F4F6F9"/>
          </a:solidFill>
          <a:ln w="6350">
            <a:solidFill>
              <a:srgbClr val="D7DCE3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11480" y="4069080"/>
            <a:ext cx="91440" cy="914400"/>
          </a:xfrm>
          <a:prstGeom prst="rect">
            <a:avLst/>
          </a:prstGeom>
          <a:solidFill>
            <a:srgbClr val="1F3A5F"/>
          </a:solidFill>
          <a:ln/>
        </p:spPr>
      </p:sp>
      <p:sp>
        <p:nvSpPr>
          <p:cNvPr id="15" name="Text 13"/>
          <p:cNvSpPr/>
          <p:nvPr/>
        </p:nvSpPr>
        <p:spPr>
          <a:xfrm>
            <a:off x="612648" y="4160520"/>
            <a:ext cx="801014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A5F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🧭 回答へ導くポイント・注意点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649224" y="4599432"/>
            <a:ext cx="7863840" cy="292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・「教育コンテンツ」になりすぎると既存顧客は離れる。季節+人柄の比率を意識。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・配信が止まりがちなので、半年単位の振り返り日を設定させる。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・カレンダー登録は必須。やらないと続かない。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Slide 1</vt:lpstr>
      <vt:lpstr>Slide 2</vt:lpstr>
      <vt:lpstr>Slide 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2026-06-20T15:47:45Z</dcterms:created>
  <dcterms:modified xsi:type="dcterms:W3CDTF">2026-06-20T15:47:45Z</dcterms:modified>
</cp:coreProperties>
</file>