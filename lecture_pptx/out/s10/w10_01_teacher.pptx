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公式LINE 設定 + 5日間ステップ配信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前回素材を流し込み、挨拶+5日間配信まで一気に稼働させる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リッチメニュー+アイコンを公式LINEに設定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※設定作業中心。Gemini に聞く例: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「公式LINE Manager でリッチメニュー画像(2500x1686 PNG)をアップロードして6分割タップ領域を設定する手順を、初心者向けに10ステップで教えて」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・プロフィール画像/リッチメニュー/タップ領域 すべて設定完了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・自分の個人LINEで友だち追加して見た目確認OK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・スマホとPC両方でプレビュー確認させる(見え方が違う)。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・タップ領域の座標がズレやすい。1つずつタップして遷移確認を必須に。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・保存ボタンの押し忘れが頻発。「保存しましたか?」を口頭で全員に確認。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挨拶メッセージ+5日間ステップ配信を作成・設定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保険営業の公式LINE 5日間ステップ配信本文を AIDMA で作って下さい。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・Day1: 注目(挨拶+自己紹介の温度感)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・Day2: 興味(よくある悩みへの共感)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・Day3: 欲求(解決の方向性を示す)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・Day4: 記憶(事例 or お客様の声)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・Day5: 行動(無料相談・予約への誘導)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 300文字以内、絵文字+改行多め、スマホで読む前提。私の3軸: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・挨拶メッセージ 1案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・Day1〜Day5 配信本文(各300文字以内)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・配信タイミング設定(D+0/+1/+2/+3/+5 等)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・テスト中はトリガー時間を短くする裏技を教える(1分後等)。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・テスト後の本番設定戻しを忘れがち。チェックリストで強制。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・Day5 のCTA文言が硬くなりがち。「読み手から見て次の一歩か」を確認させる。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2026-06-25T13:21:18Z</dcterms:created>
  <dcterms:modified xsi:type="dcterms:W3CDTF">2026-06-25T13:21:18Z</dcterms:modified>
</cp:coreProperties>
</file>