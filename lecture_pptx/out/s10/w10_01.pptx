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公式LINE 設定 + 5日間ステップ配信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前回素材を流し込み、挨拶+5日間配信まで一気に稼働させる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学習目標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2468880" cy="7315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12648" y="228600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リッチメニュー+アイコンを設定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12648" y="3017520"/>
            <a:ext cx="2249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前回作った画像と座標表をそのまま公式LINEに反映する。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417320"/>
            <a:ext cx="2468880" cy="7315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3447288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447288" y="228600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挨拶メッセージを設定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47288" y="3017520"/>
            <a:ext cx="2249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AIで作った挨拶文を登録、絵文字+改行で読みやすく仕上げる。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8076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2200" y="1417320"/>
            <a:ext cx="2468880" cy="73152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6281928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281928" y="228600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5日間ステップ配信を作成・設定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281928" y="3017520"/>
            <a:ext cx="2249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Day1〜Day5 の本文をAIで作り、登録までを今日中に完了。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STEP1: 用語と前提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979676" cy="301752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0E7C86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417320"/>
            <a:ext cx="1979676" cy="33832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公式LINE Manager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0352" y="1938528"/>
            <a:ext cx="1650492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LINE Official Account の管理画面。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配信設定・分析・リッチメニューはここで操作。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510028" y="1188720"/>
            <a:ext cx="1979676" cy="301752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10028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E8A33D"/>
          </a:solidFill>
          <a:ln/>
        </p:spPr>
      </p:sp>
      <p:sp>
        <p:nvSpPr>
          <p:cNvPr id="11" name="Shape 9"/>
          <p:cNvSpPr/>
          <p:nvPr/>
        </p:nvSpPr>
        <p:spPr>
          <a:xfrm>
            <a:off x="2510028" y="1417320"/>
            <a:ext cx="1979676" cy="3383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2638044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リッチメニュー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674620" y="1938528"/>
            <a:ext cx="1650492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トーク画面下に常時表示されるタップ式メニュー画像。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最大6分割。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654296" y="1188720"/>
            <a:ext cx="1979676" cy="301752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54296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1F3A5F"/>
          </a:solidFill>
          <a:ln/>
        </p:spPr>
      </p:sp>
      <p:sp>
        <p:nvSpPr>
          <p:cNvPr id="16" name="Shape 14"/>
          <p:cNvSpPr/>
          <p:nvPr/>
        </p:nvSpPr>
        <p:spPr>
          <a:xfrm>
            <a:off x="4654296" y="1417320"/>
            <a:ext cx="1979676" cy="338328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4782312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あいさつメッセージ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18888" y="1938528"/>
            <a:ext cx="1650492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友だち追加された直後に1回だけ自動で送られるメッセージ。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798564" y="1188720"/>
            <a:ext cx="1979676" cy="301752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7C5F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98564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7C5F8A"/>
          </a:solidFill>
          <a:ln/>
        </p:spPr>
      </p:sp>
      <p:sp>
        <p:nvSpPr>
          <p:cNvPr id="21" name="Shape 19"/>
          <p:cNvSpPr/>
          <p:nvPr/>
        </p:nvSpPr>
        <p:spPr>
          <a:xfrm>
            <a:off x="6798564" y="1417320"/>
            <a:ext cx="1979676" cy="338328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22" name="Text 20"/>
          <p:cNvSpPr/>
          <p:nvPr/>
        </p:nvSpPr>
        <p:spPr>
          <a:xfrm>
            <a:off x="6926580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ステップ配信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63156" y="1938528"/>
            <a:ext cx="1650492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友だち追加後の経過日数に応じて、順番に自動でメッセージを送る機能。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65760" y="438912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公式LINE Manager: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manager.line.biz でログイン   </a:t>
            </a:r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リッチメニュー: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推奨 2500x1686 PNG   </a:t>
            </a:r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あいさつメッセージ: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最初の印象を決める重要メッセージ   </a:t>
            </a:r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ステップ配信: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無料プランでも回数制限内で利用可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リッチメニュー+アイコンを公式LINEに設定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160520" cy="1783080"/>
          </a:xfrm>
          <a:prstGeom prst="roundRect">
            <a:avLst>
              <a:gd name="adj" fmla="val 410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91440" cy="17830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📍 シチュエーション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9224" y="1536192"/>
            <a:ext cx="370332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前回(第9回)作ったリッチメニュー画像(2500x1686 PNG)とアイコン画像(640x640)、タップ座標表が手元にある。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これらを公式LINE Manager にアップロードして、見た目を完成させる。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2880360"/>
            <a:ext cx="4160520" cy="2011680"/>
          </a:xfrm>
          <a:prstGeom prst="roundRect">
            <a:avLst>
              <a:gd name="adj" fmla="val 3636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880360"/>
            <a:ext cx="91440" cy="20116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" y="297180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💭 プロンプトのヒント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" y="3410712"/>
            <a:ext cx="370332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ブラウザ(PC)で操作する方が座標調整しやすい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タップ領域は「画像の見た目」とぴったり合わせる(プレビュー必須)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アイコンは正方形にトリミング済みか確認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iOSとAndroid 両方で表示確認するのが理想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160520" cy="3886200"/>
          </a:xfrm>
          <a:prstGeom prst="roundRect">
            <a:avLst>
              <a:gd name="adj" fmla="val 1882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005840"/>
            <a:ext cx="91440" cy="3886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🎯 AIに作ってもらいたいもの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01184" y="1536192"/>
            <a:ext cx="3703320" cy="3264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プロフィール画像にアイコンをアップロード(640x640)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リッチメニューを新規作成し、画像をアップロード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タップ領域を3つ以上設定(予約/相談/資料 など)し、それぞれにURLまたはメッセージを割り当て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公開設定をオンにし、自分の個人LINEで友だち追加して見た目を確認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リッチメニュー+アイコンを公式LINEに設定 — 観点別チェック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プロンプトをさらにブラッシュアップ — 3観点でセルフチェック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25880"/>
            <a:ext cx="2651760" cy="457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3949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A. 見た目の一貫性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アイコン・リッチメニュー・(あれば)LP の配色が揃っているか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スマホで実機確認、違和感あれば前回素材の色を再生成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4612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E8A3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325880"/>
            <a:ext cx="2651760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337413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2900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B. タップ精度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2900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タップ領域と画像の見た目がピクセル単位でズレていないか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2900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プレビュー画面で実際にタップして遷移するかをチェック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8076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7C5F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1325880"/>
            <a:ext cx="2651760" cy="457200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19" name="Text 17"/>
          <p:cNvSpPr/>
          <p:nvPr/>
        </p:nvSpPr>
        <p:spPr>
          <a:xfrm>
            <a:off x="620877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6364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C. ファースト3秒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6364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友だち追加から3秒で「この人は何の人か」が伝わるか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364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初対面の友人に登録してもらい、率直な感想を聞く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挨拶メッセージ+5日間ステップ配信を作成・設定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160520" cy="1783080"/>
          </a:xfrm>
          <a:prstGeom prst="roundRect">
            <a:avLst>
              <a:gd name="adj" fmla="val 410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91440" cy="17830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📍 シチュエーション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9224" y="1536192"/>
            <a:ext cx="370332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次は配信の中身。挨拶メッセージと「Day1〜Day5」のステップ配信本文をAIで作り、公式LINEに登録して稼働状態にする。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2880360"/>
            <a:ext cx="4160520" cy="2011680"/>
          </a:xfrm>
          <a:prstGeom prst="roundRect">
            <a:avLst>
              <a:gd name="adj" fmla="val 3636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880360"/>
            <a:ext cx="91440" cy="20116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" y="297180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💭 プロンプトのヒント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" y="3410712"/>
            <a:ext cx="370332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挨拶文は「お礼+自己紹介+次の一歩」の3要素で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5日間配信は AIDMA(注目→興味→欲求→記憶→行動)の流れで AI に依頼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各日 300文字以内、絵文字+改行で読みやすく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テスト時はトリガーを「1分後」等に短縮、確認後は本番時間に必ず戻す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160520" cy="3886200"/>
          </a:xfrm>
          <a:prstGeom prst="roundRect">
            <a:avLst>
              <a:gd name="adj" fmla="val 1882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005840"/>
            <a:ext cx="91440" cy="3886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🎯 AIに作ってもらいたいもの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01184" y="1536192"/>
            <a:ext cx="3703320" cy="3264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挨拶メッセージ(登録直後の自動応答)を AI で作って登録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ステップ配信を新規作成し、Day1〜Day5 の本文を AI で生成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各 Day の配信タイミング(追加から○日後)を設定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自分の個人LINE にテスト追加して、挨拶+Day1 が届くまで確認(時間短縮設定でOK)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挨拶メッセージ+5日間ステップ配信を作成・設定 — 観点別チェック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プロンプトをさらにブラッシュアップ — 3観点でセルフチェック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25880"/>
            <a:ext cx="2651760" cy="457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3949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A. 配信文の手触り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スマホで読みやすい短文+改行+絵文字になっているか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実機で音読、息継ぎポイントで改行を入れる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4612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E8A3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325880"/>
            <a:ext cx="2651760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337413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2900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B. 5日間の物語性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2900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Day1→Day5 で気持ちが「行動」に向かう流れになっているか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2900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AIDMA フレームで AI に書き直しを依頼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8076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7C5F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1325880"/>
            <a:ext cx="2651760" cy="457200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19" name="Text 17"/>
          <p:cNvSpPr/>
          <p:nvPr/>
        </p:nvSpPr>
        <p:spPr>
          <a:xfrm>
            <a:off x="620877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6364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C. 設定漏れ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6364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配信タイミング・送信対象・本番戻しがすべて意図通りか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364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チェックリスト化して保存前に1つずつ確認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今日の持ち帰り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371600" cy="5486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55448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71907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508760" y="169164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素材があれば設定は早い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2121408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前回の準備が効いて、見た目+配信の設定は今日で完了。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807208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9718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508760" y="2944368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5日間配信が稼働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08760" y="3374136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挨拶 + Day1〜Day5 が自動で届く状態になり、登録者を逃さない仕組みに。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059936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4224528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1508760" y="4197096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次回はLステップ+運用へ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08760" y="4626864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応用編で Lステップ導入を体験。次回は本番運用とシナリオ深掘り。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2026-06-25T13:21:18Z</dcterms:created>
  <dcterms:modified xsi:type="dcterms:W3CDTF">2026-06-25T13:21:18Z</dcterms:modified>
</cp:coreProperties>
</file>