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Lステップ 導入と応用設定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本格運用に進むために、Lステップでタグ・分岐配信を体験する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Lステップ導入と基本設定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※Lステップは GUI 中心。Gemini に聞く例: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「Lステップを公式LINE と連携する手順を、初心者向けに5ステップで教えて。注意点も合わせて。」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「公式LINE のあいさつ・ステップ配信を Lステップに移植する手順を教えて」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・Lステップアカウント作成+公式LINE連携 完了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・あいさつ/リッチメニュー/5日間配信が Lステップ側で稼働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・「Lステップが必要か」の見極めが最重要。登録者100人未満は公式LINEのままを勧める。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・連携時の事故が多い。スクショで現状保存→連携→差分確認 のフローを強制。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・有料ツールなので、無料トライアル期間内で意思決定するよう伝える。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タグ+分岐配信の設定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Lステップで以下のタグ運用を設計してください。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・タグ: 新規/名刺/既存 の3つ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・登録時のアンケート: 「あなたは保険のどんな段階ですか?」(検討中/紹介/既存契約者)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・タグ別の最初の1通(冒頭挨拶を変える)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・分岐配信のシナリオを1パターンずつ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・3タグ作成+自動付与設定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・アンケート(1問3択)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・タグ別の最初の配信文 3パターン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・タグを増やしすぎる生徒に注意。「まず3つ」を厳守。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・アンケート質問を「2問以上」にしようとする。離脱率が一気に上がると伝える。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・タグ別配信が「同じ文面」になっていないか必ずチェック。差が出てこそ意味あり。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2026-06-25T13:21:18Z</dcterms:created>
  <dcterms:modified xsi:type="dcterms:W3CDTF">2026-06-25T13:21:18Z</dcterms:modified>
</cp:coreProperties>
</file>