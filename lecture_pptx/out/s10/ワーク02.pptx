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名刺交換者・既存顧客向けLINE 運用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ターゲット別に「届け方」を変える、運用2本目以降の設計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名刺交換者LINE 構築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初対面後のフォロー特化LINE/タグを構築する。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既存顧客LINE 構築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契約後の長期フォローに特化した配信プランを作る。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使い分けの仕組み化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新規/名刺/既存 をタグで区別し、配信を出し分ける。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友だちを属性で分類する目印。タグごとに配信を分けられる。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セグメント配信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特定のタグ/条件の友だちにだけ配信する手法。一斉配信の対義語。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名刺QR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名刺の裏に印刷する LINE 登録用QRコード。商談後すぐに繋がる導線。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長期接点設計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契約後も継続的に接点を持つための年間配信プラン。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Lステップ等の外部ツールで強力に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セグメント配信: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メッセージの開封率が大きく上がる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名刺QR: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名刺と公式LINE の表記を統一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長期接点設計: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季節挨拶+情報提供のバランスが鍵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名刺交換者向けLINE 導線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名刺交換しても、その後のフォローができておらず関係が薄くなる。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名刺裏のQR→自動配信3日間で「自己紹介+価値提示+次の一歩」を届ける流れを作る。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名刺QR と通常導線QR は別にして区別する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配信文は「先日はお時間ありがとうございました」で始める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3日目に必ず予約 or 相談への CTA を入れる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タグの自動付与は登録URL のパラメータで実現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名刺裏に印刷するQR/URL を準備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名刺交換者専用タグを公式LINE に追加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登録後3日間の自動配信(自己紹介/価値/CTA)を作成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テスト登録で動作確認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名刺交換者向けLINE 導線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導線のシンプルさ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名刺裏が情報過多にならず、QR が目立つか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QR以外は最小限、「LINEで質問できます」程度に絞る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配信のパーソナル感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面談を思い出させる、個別感のある冒頭になっているか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「先日◯◯のお話で…」など共通の話題を含める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次の一歩の明確さ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3日目までに「予約 or 質問」の明確な選択肢があるか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ボタン2つに絞り、選びやすくする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既存顧客向けLINE と年間配信プラン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契約後はメール年1〜2回の連絡だけで、関係が薄れがち。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月1回+季節イベントの配信プランで長期接点を設計する。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「教育」より「人柄/季節挨拶」を中心に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個別性を出す表現(○○様の場合)を入れる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年間プランは Gemini に「保険既存顧客向け12ヶ月配信プラン」と依頼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配信日はカレンダーに登録して仕組み化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既存顧客向けタグを追加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年間12ヶ月分の配信テーマを決定(月のテーマ+具体お題)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直近3ヶ月分の配信文を実際に下書き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配信頻度・送信日のルールを決める(例: 毎月第2金曜)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既存顧客向けLINE と年間配信プラン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一貫したトーン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12ヶ月通して「同じ人の発信」と感じるトーンか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3軸シートに沿うか毎月の冒頭で再確認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手間と続けやすさ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月1回の配信が「無理なく続けられる」分量か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テンプレ化して30分以内で書ける状態に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行動への接点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半年/1年に一度は「面談 or 見直し」の提案があるか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6月と12月を見直し提案月に固定する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ターゲット別運用が効く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新規/名刺/既存 で配信を分けると、開封率もブロック率も改善。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名刺はオフライン入口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名刺裏QR で、商談直後の熱量をLINEに引き継げる。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既存顧客との関係維持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月1配信で「契約後も忘れない」関係が長期で築ける。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