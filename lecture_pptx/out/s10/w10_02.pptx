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Lステップ 導入と応用設定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本格運用に進むために、Lステップでタグ・分岐配信を体験する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Lステップ導入判断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との違いを理解し、自分に必要か判断する。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Lステップ基本設定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公式LINEと連携し、ベース設定(プロフィール・友だち情報取得)まで完了。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タグ+分岐配信を体験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新規/名刺/既存 のタグで配信を出し分ける仕組みを作る。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抑えておきたい用語と仕様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Lステップ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を拡張する外部ツール。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タグ管理・分岐配信・流入経路分析が強力。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タグ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友だちを属性で分類する目印。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登録経路や反応で自動付与すると楽。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分岐配信(シナリオ分岐)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タグや回答内容に応じて、異なる配信を自動で送る仕組み。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流入経路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友だちがどこから登録したか(QR/LP/紹介 等)を識別する仕組み。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Lステップ: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有料(月額)、登録者100人超なら検討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タグ: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新規/名刺/既存 など3〜5個から開始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分岐配信(シナリオ分岐):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パーソナライズの中心機能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流入経路: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改善判断の元データ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Lステップ導入と基本設定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【場面】公式LINE の基本機能では物足りなくなってきた。Lステップを導入し、公式LINEと連携してベース設定する。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と Lステップ の役割分担を最初に決める(基本は Lステップ主導)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無料トライアル期間でしっかり試してから本契約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連携時に「公式LINE 側の設定が消えていないか」を必ず確認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5日間配信は Lステップ「シナリオ」機能に登録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【ゴール】Lステップのアカウントを作成し、公式LINE と連携完了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プロフィール/挨拶/リッチメニューを Lステップ側にも反映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友だち情報の取得設定(名前/登録日 など)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側で動いていた5日間配信を Lステップに移植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Lステップ導入と基本設定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導入判断の妥当性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本当に Lステップが必要な規模か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登録者100人未満なら公式LINEのままでOKを伝える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連携時の事故防止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既存の公式LINE設定が壊れていないか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連携前にスクショで現状保存、連携後に差分確認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移植の網羅性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5日間配信が抜けなく Lステップに移植されているか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Day1〜Day5+挨拶 の6項目チェックリスト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タグ+分岐配信の設定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Lステップ の本領は「分岐配信」。新規/名刺/既存 のタグで配信を出し分け、パーソナル感のある運用にする。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アンケートは1問だけにする(質問が増えると離脱)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タグごとの配信内容は「全然違う」を意識(同じだとタグの意味がない)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Lステップの「シナリオ」機能で分岐を設計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実装後は1週間運用してログを確認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タグを3つ作成(新規/名刺/既存)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登録時のアンケート機能で「お客様属性」を聞き、タグ自動付与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タグ別の「次の配信(分岐)」を1パターンずつ作成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テスト登録(自分の個人LINE)で動作確認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タグ+分岐配信の設定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タグ設計のシンプルさ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最初は3〜5タグに絞れているか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増やしすぎると運用が破綻、まず最小構成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アンケート負荷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登録時のアンケートが「1問」に絞られているか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質問1つ、回答3択 が無難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分岐内容の差別化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タグ別の配信が「同じ人にも違う体験」になっているか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差が出るよう冒頭の挨拶も変える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公式LINE と Lステップ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Lステップは本格運用フェーズの選択肢。規模で判断する。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タグで配信が変わる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3〜5タグだけでも、配信のパーソナル感が一段上がる。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次回は本番運用へ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シナリオ深掘り+本番設定で、配信が育つ仕組みに進化させる。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2026-06-25T13:21:18Z</dcterms:created>
  <dcterms:modified xsi:type="dcterms:W3CDTF">2026-06-25T13:21:18Z</dcterms:modified>
</cp:coreProperties>
</file>