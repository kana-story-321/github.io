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本設定 + ステップ配信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前回作った素材を流し込んで、公式LINE を「動く状態」にする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前回素材を公式LINE に流し込む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※プロンプトより設定作業中心。Gemini に聞くなら: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 Manager でリッチメニュー画像をアップしてタップ領域を設定する手順を、保険営業初心者向けに5ステップで教えて」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・プロフィール画像/リッチメニュー/あいさつ文/紹介文 が全て前回素材で設定済み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・スマホとPC両方でプレビュー確認させる(見え方が違う)。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・タップ領域の座標がズレやすい。1つずつタップして遷移確認を必須に。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・保存ボタンの押し忘れが頻発。「保存しましたか?」を口頭で全員に確認。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ステップ配信を登録+テスト配信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※システム操作中心。Gemini に聞く例: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 のステップ配信で、追加から1日後・3日後・5日後に配信する設定方法を教えて」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・Day1/Day3/Day5 がトリガーで配信される設定が完了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・自分宛テスト配信で実際に届くことを確認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・テスト中はトリガー時間を短くする裏技を教える(1分後等)。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・テスト後の本番設定戻しを忘れがち。チェックリストで強制。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・配信履歴を見る習慣をつけさせる(分析の入口)。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