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散在ナレッジを "引受判定マスタ表" に統合する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口伝・チャット・旧文書に散らばる判定ルールを、AIが読める1つの表に統合し、更新できる形にする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ナレッジを1つの表に統合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口伝メモ/Slack/旧マニュアル/雑Excel/メール/パンフ をマスタ表(10列)に集約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更新運用ルールを決める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誰がいつ何を更新するか、根拠と履歴が追える形にする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AI 一次判定に載る形へ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マスタ表をそのまま Gemini に渡し、一次判定できる状態を作る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用語と前提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引受判定マスタ表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YES/NO/要確認 のルールを 1行1条件で管理する共通表(10列)。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条件ID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各ルールに RULE-001 などの一意ID。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判定結果の監査に使う。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根拠列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内規条項/パンフ/メール引用/口伝など、判定の裏付けを明記。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更新ログ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マスタ表の変更履歴を残すシート。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月1回15分の見直しで記入。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65760" y="43891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引受判定マスタ表: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全ナレッジの統合先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条件ID: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削除より "無効化" 推奨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根拠列: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"口伝" もそのまま書く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更新ログ: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削除より無効化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散在ナレッジを「マスタ表」10列に整理する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引受判定のルールが、口伝メモ/Slack/旧マニュアル/雑Excel/QAメール/商品パンフ に散らばっている。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同梱の「デモナレッジ 01〜06」を素材に、1つの「引受判定マスタ表」(10列)に統合する。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完成イメージは 別シート「引受判定マスタ_記入例」(25行) に用意。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ナレッジは形式バラバラ、そのままAIに渡しても判定できないから "共通の型" に揃える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曖昧な口伝(「田中課長が言ってた」)も根拠列に残す(後で正式化するため)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条件詳細列は "年齢/健康/職業/金額" のどの軸か明確に書く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判定理由は "経験上" ではなく "○○のため" と1文で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スプシ「引受判定マスタ」テンプレを開く(10列: ID/カテゴリ/対象商品/条件詳細/判定/理由/追加確認or代替案/エスカレ先/根拠/更新日)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別シート「引受判定マスタ_記入例」で完成イメージを掴む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デモナレッジ 01〜06 を1つずつ読み、条件を抽出してマスタ表に1行ずつ書く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同じ条件が複数ナレッジに登場したら 1行に統合、根拠列に両方書く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20〜30行を目標。埋めきれない項目は "要確認" で残してOK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散在ナレッジを「マスタ表」10列に整理する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統合の一貫性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同じ条件が複数ナレッジに出てきた時、1行に統合したか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重複行が3個以上残っていたら要見直し(カテゴリでソートすると重複が見える)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根拠の明記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根拠列に "誰が言った/どの文書" が全行に入っているか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空欄行があったら "口伝(要正式化)" と書かせる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判定理由の言語化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理由が "経験上" "なんとなく" になっていないか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「○○の可能性があるため」「規定§〇〇により」と1文で書けているか目視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マスタ表を使った一次判定 と 更新運用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整理したマスタ表を Gemini に読ませて、顧客情報 → YES/NO/要確認 の一次判定ができるか試す。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あわせて「更新ログ」シートを埋めて、月次で見直せる仕組みを完成させる。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に「以下のマスタ表(CSV)を判定ルールとして使って」と明示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該当なしの場合は「該当なし → 要確認(人が判定)」を返すよう指示に含める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更新は "削除" ではなく "無効化列" で運用(履歴が消えないように)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見直し会議は月1回15分でOK、続くことが最重要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マスタ表をCSV形式で Gemini に渡し、顧客情報3件 → 一次判定を実行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判定結果に「参照した条件ID」「判定」「理由」「次のアクション」の4要素を出力させる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該当ルールがない顧客を試す →「該当なし → 要確認」で返ることを確認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「更新ログ」シートに ダミー更新を2件 記入(追加/修正/無効化 の練習)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月1回15分の見直し会議のアジェンダを決めて "運用ルール" として残す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マスタ表を使った一次判定 と 更新運用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ルール参照の明示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 が判定時にどの条件ID を参照したか出力させているか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出力に "参照ID: RULE-XXX" が入っているか確認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該当なしフォールバック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マスタにない条件が来た時 "要確認" にフォールバックしているか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テスト: マスタにない条件で "自動 YES" になっていないか(逆に危険)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更新運用の実効性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更新ログの記入と月次見直しが仕組みとして回るか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担当者名/曜日まで決めさせる(「田中さんが毎月第1金曜」等)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散在ナレッジを1表に集約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口伝/チャット/旧文書 → マスタ表10列。AIが読める共通型に。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更新と根拠が追える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更新ログ+根拠列で、"なぜこの判定?" にいつでも答えられる。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一次判定は AI, 最終は人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判定結果に条件IDを付けて、人がいつでも監査できる状態。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2026-07-14T21:22:55Z</dcterms:created>
  <dcterms:modified xsi:type="dcterms:W3CDTF">2026-07-14T21:22:55Z</dcterms:modified>
</cp:coreProperties>
</file>