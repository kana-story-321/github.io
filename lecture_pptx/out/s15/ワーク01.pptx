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引受基準の整理と AI 落とし込み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属人化した判断を「型」にして、新人も判断できる土台を作る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基準を3段階で整理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 で20件分類する。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への落とし込み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整理した基準を一次判定プロンプトに変換。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判定範囲の言語化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AIに任せる範囲/任せない範囲を明確化。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引受基準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保険を引受可能/不可/要確認 と判定する社内ルール。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一次判定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最終判定の前の振り分け。AI に任せ、最終は人が決める。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要確認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 即決できず、追加情報や上長判断が必要なケース。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エスカレーション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判断に迷う案件を上位者に引き上げること。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社によって異なる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一次判定: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時間短縮の効果大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一番難しい判定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基準を明文化必須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引受基準を3段階で整理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引受判断が属人化していて、ベテランしか分からない。よくある20シーンを YES/NO/要確認 で分類する。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シーンは「年齢+健康状態+加入希望商品」のパターンで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に分類補助を依頼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社内ルールと照合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スプシで保管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過去によくあるシーン20件を書き出し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 で分類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判断理由を1行で言語化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要確認のエスカレーション先を明記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引受基準を3段階で整理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網羅性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頻出20シーンが現場の実態を反映しているか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直近3ヶ月の引受相談を実例で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判断理由の具体性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理由が「経験上」でなく明文化できているか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「○○の規定により」と根拠付け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エスカレーション先の明確化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要確認の引き上げ先が決まっているか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担当者名/部署/連絡手段まで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一次判定プロンプトの設計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基準は整理できたが、AIに渡せる形になっていない。プロンプトに変換する。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に「引受一次判定プロンプト作成」を依頼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出力テンプレを Few-shot で示す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「最終判断は引受査定」と明記必須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テストシナリオ5件で精度確認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20件の基準を AI が判定できるプロンプト化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出力: 判定+理由+次のアクションの3要素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要確認の場合は具体的な確認項目を提示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免責事項を必ず含める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一次判定プロンプトの設計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判定の根拠提示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判定だけでなく理由が必ず出るか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「理由なし禁止」をプロンプトに明記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次アクションの具体性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「では何をするか」まで出力されるか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判定別に決まりアクションを用意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免責の明示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AI判定が最終でないことが明示されるか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「最終判断は引受査定」を必ず出力末尾に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基準が言語化できた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属人化から脱却、新人にも教えられる土台。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が一次判定を担う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人は確認と最終判断に集中、時間が大幅短縮。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次回は Gem 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繰り返し使える形に、社内展開に進む。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