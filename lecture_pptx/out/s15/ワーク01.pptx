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代理店の "事前引受スクリーニング" を マスタ表化する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扱う各社の引受基準を1つの表に整理し、AIで "どの会社なら通りそうか" を申込前に見立てる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各社の基準を1つの表に集約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先輩口伝/各社営業チャット/A社研修/過去申込メモ/QAメール/各社パンフ をマスタ表(10列)に統合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"どの会社が通る?" が見える形へ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同じ条件でも会社ごとに判定が違うのを 横並びで比較できる形にする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 一次判定 &amp; 更新運用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マスタ表を Gemini に渡し "会社別の見立て" を返す + 月1回15分の見直し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用語と前提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引受判定マスタ表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各社の引受基準を 1行 = 1(条件×会社×商品ジャンル) で管理する共通表(10列)。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事前スクリーニング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申込前に "どの会社なら通るか" をAIで見立てること。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謝絶体験を減らす。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代替候補社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ある会社で NG になった時に "この会社なら通るかも" と提示できる別会社の商品。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情報源列(口伝を含む)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各社研修§/営業担当メール/先輩口伝/過去申込 など、聞いた相手ごとに記録。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引受判定マスタ表: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代理店の生命線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事前スクリーニング: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代理店の付加価値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代替候補社: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マスタの H列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情報源列(口伝を含む):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"口伝" もそのまま書く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散在ナレッジを 代理店マスタ表 10列に統合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各社の引受基準が 先輩口伝 / 各社営業担当チャット / A社研修資料 / 過去申込メモ(雑Excel) / QAメール / 各社パンフ に散らばっている。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同梱の「デモナレッジ 01〜06」を素材に、1つの「引受判定マスタ表」(10列)に統合する。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完成イメージは 別シート「引受判定マスタ_記入例」(25行) に用意。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ナレッジは形式バラバラ、そのままAIに渡しても "会社比較" ができないから "共通の型" に揃える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「A社NG / B社要確認」のような会社差は、H列(対応)に "代替: B社なら通る可能性" と書き残す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曖昧な口伝(「山田さんが言ってた」)も情報源列に残す(後で会社に確認する目印)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過去申込結果メモ(雑Excel)の実案件も 情報源として使えると強い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スプシ「引受判定マスタ」テンプレを開く(10列: ID/カテゴリ/保険会社/商品ジャンル/条件詳細/判定/理由/対応or代替候補社/情報源/更新日)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別シート「引受判定マスタ_記入例」で完成イメージを掴む(会社別の色分けあり)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デモナレッジ 01〜06 を1つずつ読み、条件を抽出してマスタ表に1行ずつ書く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同じ条件でも会社で判定が違う場合は 別々の行に(横並びで比較できる形)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20〜30行を目標。埋めきれない項目は "要確認" で残してOK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散在ナレッジを 代理店マスタ表 10列に統合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会社軸での整理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同じ条件でも会社で判定違う場合、1行に無理やり統合せず 別々の行になっているか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A社行と B社行を隣り合わせに並べてみて、比較できるか確認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情報源の明記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情報源列に "どの会社の誰から/どの文書" が全行に入っているか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空欄行があったら "先輩口伝(要正式化)" と書かせる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代替候補社の記述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NG判定の行に "代替: 〇社なら通る可能性" が書けているか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"NG → 終わり" ではなく "NG → 別会社の代替提案" が代理店の付加価値と伝える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"どの会社なら通る?" AI一次判定 と 更新運用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整理したマスタ表を Gemini に読ませて、顧客情報 → 会社別の一次判定 ができるか試す。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「A社NG / B社要確認 / D社ライトなら通るかも」のような 代理店らしい "見立て" を返させる。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あわせて「更新ログ」シートを埋めて、月次で各社の商品改定情報を追える仕組みに。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に「あなたは保険代理店の事前引受スクリーニングAIです」と役割を明示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出力に "参照した条件ID" と "会社名" を必ず含めさせる(監査可能に)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該当なしは「各社支社に事前相談要」でフォールバック(勝手にYESと出させない)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更新は "削除" ではなく "無効化" で運用(過去顧客への説明時に必要)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マスタ表をCSV形式で Gemini に渡し、顧客情報3件 → 会社別の一次判定を実行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判定結果に「通りそうな会社(YES) / 要確認で相談推奨 / NG会社 / 代替提案 / 次のアクション」を出力させる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該当ルールがない顧客を試す →「該当なし → 各社支社に事前相談要」で返ることを確認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「更新ログ」シートに ダミー更新を2件 記入(各社の商品改定を反映する練習)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月1回15分の見直し会議のアジェンダを決めて "運用ルール" として残す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"どの会社なら通る?" AI一次判定 と 更新運用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会社別の見立て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出力に "A社 / B社 / D社..." のように 会社別の判定 が並んでいるか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「YESの会社 / 要確認の会社 / NGの会社 / 代替提案」の4区分で出力させる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該当なしフォールバック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マスタにない条件で "自動YES" にせず "各社支社に事前相談要" になるか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テスト: 「パラグライダー競技選手 / 死亡保険」で確認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更新運用の実効性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各社の商品改定を追える仕組みが決まったか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担当者名/曜日まで決めさせる(「田中さんが毎月第1金曜、各社営業担当に一斉ヒアリング」等)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各社の基準を1つの表に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各社バラバラの引受基準を 代理店マスタ表10列に集約。会社比較が瞬時にできる状態。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"どこなら通る?" が言える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NG会社と代替候補社が並んで見える。お客様に "無駄な申込" をさせない。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 が一次スクリーニング, 最終判定は各社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事前スクリーニングで謝絶体験を減らす。最終は各保険会社の査定に委ねる。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2026-07-16T08:09:50Z</dcterms:created>
  <dcterms:modified xsi:type="dcterms:W3CDTF">2026-07-16T08:09:50Z</dcterms:modified>
</cp:coreProperties>
</file>