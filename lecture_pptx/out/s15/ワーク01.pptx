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扱い商品ごとの "引受判定" マスタ表を作る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代理店が扱う商品ごとに引受条件をメモ集約し、"この顧客はこの商品で通るか?" を AI で申込前に判定する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商品ごとの条件を1つの表に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先輩口伝/商品担当チャット/研修/過去謝絶メモ/QAメール/商品パンフ をマスタ表(10列)に統合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"この商品なら通る?" が判る形へ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商品名でソート/フィルタして、商品カルテとして機能する状態にする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一次判定 &amp; 更新運用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マスタ表を Gemini に渡し 顧客×商品 で判定 + 月1回15分の見直し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引受判定マスタ表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扱い商品ごとの引受条件を 1行 = 1(条件×商品) で管理する共通表(10列)。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事前引受判定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申込前に "この顧客はこの商品で通るか" をAIで見立てること。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謝絶体験を減らす。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対応列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NG時の対応(再申込タイミング/代替商品/顧客説明)を書く列。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単なる判定で終わらせない。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情報源列(口伝を含む)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商品パンフ/研修§/営業担当メール/先輩口伝/過去謝絶案件 など、聞いた相手ごとに記録。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引受判定マスタ表: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代理店の商品カルテ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事前引受判定: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代理店の付加価値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対応列: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マスタの H列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情報源列(口伝を含む):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"口伝" もそのまま書く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散在ナレッジを 商品別マスタ表 10列に統合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扱い商品ごとの引受条件が 先輩口伝 / 各商品担当チャット / A社研修資料 / 過去謝絶メモ(雑Excel) / QAメール / 各商品パンフ に散らばっている。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同梱の「デモナレッジ 01〜06」を素材に、1つの「引受判定マスタ表」(10列)に統合する。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商品名でソートしたときに 商品カルテ として機能する状態が完成形。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完成イメージは 別シート「引受判定マスタ_記入例」(25行) に用意。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ナレッジは商品バラバラで書かれているから、まず商品名で分類してから条件を抽出する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C列(商品名)は パンフ通りの正式名で書く(略さない、AIが照合しやすい)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曖昧な口伝(「山田さんが言ってた」)も情報源列に "先輩口伝(要正式化)" と残す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過去謝絶案件メモ(雑Excel)の実案件も 情報源として使えると信頼度が上がる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スプシ「引受判定マスタ」テンプレを開く(10列: ID/保険会社/商品名/カテゴリ/条件詳細/判定/理由/対応/情報源/更新日)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別シート「引受判定マスタ_記入例」で完成イメージを掴む(商品別ソート・会社色分けあり)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デモナレッジ 01〜06 を1つずつ読み、商品ごとに条件を抽出してマスタ表に1行ずつ書く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同じ条件でも 商品が違えば 別々の行 に(例: 妊娠12週未満 → A社医療プレミアム NG行 / B社医療スタンダード YES行)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20〜30行を目標。埋めきれない項目は "要確認" で残してOK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散在ナレッジを 商品別マスタ表 10列に統合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商品カルテとして機能するか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C列(商品名)でソートして "その商品の条件一覧" が見える状態になっているか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同じ商品の行が散在していたら並べ替え。同じ条件を複数商品でまとめて書いてないか確認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情報源の明記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情報源列に "どの商品パンフ/誰から/どの文書" が全行に入っているか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空欄行があったら "先輩口伝(要正式化)" と書かせる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対応の記述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NG判定の行に "顧客に何と説明するか" "再申込タイミング" "代替商品" が書けているか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"NG → 終わり" ではなく "NG → お客様に何と伝えるか" が代理店の付加価値と伝える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"この商品で通る?" AI一次判定 と 更新運用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整理したマスタ表を Gemini に読ませて、顧客情報+検討商品 → 判定 ができるか試す。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「A社医療プレミアムなら NG、対応は…」のような 商品カルテを引いた判定を返させる。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あわせて「更新ログ」シートを埋めて、月次で各商品の改定情報を追える仕組みに。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に「あなたは保険代理店の 引受判定サポートAI です」と役割を明示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プロンプトに 顧客情報 と 検討中の商品名 を明示的に分けて渡す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出力に "該当した条件ID" を必ず含めさせる(監査可能に)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該当なしは「商品担当に事前確認要」でフォールバック(勝手にYESと出させない)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マスタ表をCSV形式で Gemini に渡し、顧客情報+検討商品名 → 判定 を実行(3ケース)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同じ顧客で商品だけ変えて再判定させ、商品カルテとして機能することを確認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判定結果に「この商品での判定 / 該当条件ID / 判定理由 / 対応 / 次のアクション」を出力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該当ルールがない顧客+商品を試す →「該当なし → 商品担当に事前確認要」で返ることを確認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「更新ログ」シートに ダミー更新を2件 記入(各商品の改定を反映する練習)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月1回15分の見直し会議のアジェンダを決めて "運用ルール" として残す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"この商品で通る?" AI一次判定 と 更新運用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商品ごとの判定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出力に "この商品での判定" と "該当した条件ID" が入っているか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同じ顧客で別商品に切り替えたら、別の条件IDが返るか確認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該当なしフォールバック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マスタにない条件で "自動YES" にせず "商品担当に事前確認要" になるか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テスト: 「パラグライダー競技選手 / A社死亡プレミアム」で確認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更新運用の実効性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各商品の改定を追える仕組みが決まったか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担当者名/曜日まで決めさせる(「田中さんが毎月第1金曜に各商品担当へヒアリング」等)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商品ごとの引受条件を1つの表に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扱い商品バラバラだった条件を マスタ表10列に集約。商品カルテとして機能する状態。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"この商品で通る?" が言える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申込前にAIで判定 → お客様に "無駄な申込" をさせない。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が一次判定, 最終判定は保険会社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事前判定で謝絶体験を減らす。最終は保険会社の査定に委ねる。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2026-07-16T08:35:00Z</dcterms:created>
  <dcterms:modified xsi:type="dcterms:W3CDTF">2026-07-16T08:35:00Z</dcterms:modified>
</cp:coreProperties>
</file>