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扱い商品ごとの "引受判定" マスタ表を作る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代理店が扱う商品ごとに引受条件をメモ集約し、"この顧客はこの商品で通るか?" を AI で申込前に判定する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商品別マスタ表 10列に統合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・「デモナレッジ01(先輩口伝)の "A社医療プレミアムは高血圧180超NG" を まず1行入れてみて」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・「デモナレッジ03(A社研修 §3.2)にも同じ内容ある?→ 1行に統合、情報源列に両方書く」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・「同じ "妊娠12週未満" の条件、A社医療プレミアムは NG行、B社医療スタンダードは YES行 の 別々の行 に」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・「NG行の H列(対応)に "代替: D社医療ライト(緩和型)を検討 or 血圧安定後に再申込" と書くと、次の営業で即使える」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に投げる相談例(素材ごと丸投げでOK)】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「以下は保険代理店の情報源です。ここから 商品ごとの引受条件を抽出して、10列のマスタ表(条件ID/保険会社/商品名/カテゴリ/条件詳細/判定/理由/対応/情報源/更新日)にJSONで整理して。同じ条件でも商品が違えば 別々の行 にしてください。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[デモナレッジ01〜06のいずれかを貼付]」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・引受判定マスタシートに 20〜30 行(5〜7 商品ぶん)が入っている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・「商品名(C列)」でソートすると 同じ商品の行がまとまって "商品カルテ" として見える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・「情報源(I列)」が全行埋まっている(口伝でもOK、"先輩口伝(要正式化)" と明記)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・NG行の「対応(H列)」に "顧客説明 / 再申込タイミング / 代替商品" が書けている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・完璧を目指させない。20〜30行埋まればOK。残りは "後で追加" 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・"口伝" を情報源に書くことを恥ずかしがる生徒がいる。「口伝も立派な情報、隠さず書く。後で商品担当に確認する目印になる」と促す。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・「同じ条件を1行に無理やりまとめる」ミスに注意。商品ごとに別々の行にするのが商品カルテの肝。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・記入例シートを "そのままコピー" させない。自分が扱っている商品に合わせて書き直させる。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"この商品で通る?" AI一次判定 と 更新運用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【Gemini に渡すプロンプト例】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「あなたは保険代理店の "引受判定サポートAI" 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以下は うちの代理店が扱う 商品ごとの引受判定マスタ表(CSV)です。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[マスタ表を CSV で貼付]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これをルールとして、次の顧客が指定した商品に申し込む場合、通るかを判定してください。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顧客: 45歳男性 / 高血圧治療中(1年経過、収縮期185mmHg)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検討中の商品: A社医療プレミアム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出力形式: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この商品での判定: YES / 要確認 / NO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該当した条件ID: RULE-XXX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判定理由: 1〜2文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対応: 再申込タイミング / 代替商品案内 / 追加確認事項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次のアクション: 誰に確認するか、顧客に何を伝えるか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該当ルールがない場合は "該当なし → 商品担当に事前確認要" と返してください。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最終判定は保険会社が行います。」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【別商品での再判定テスト】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同じ顧客(45歳男性、高血圧185mmHg)で、検討商品を「D社医療ライト」に変えて再判定させる。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緩和型商品なので 3項目告知に該当なしなら YES が返ることを確認。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【該当なしテスト】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「顧客: 30歳男性 / パラグライダー競技選手 / 検討中の商品: A社死亡プレミアム」を投げて "該当なし → 商品担当に事前確認要" が返るか確認。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・3件の顧客+商品 で判定が動く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・全ての判定に "該当した条件ID" が付いている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・同じ顧客で商品を切り替えたら 別の商品ルールで判定される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・NG判定の "対応" に 顧客説明・代替商品・再申込タイミング が出る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・該当なしテストで "自動 YES" にならず "商品担当に事前確認要" になる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・更新ログシートに 2件のダミー更新(各商品の改定情報反映)が入っている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・月次見直しの担当者と曜日が決まっている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・「該当なし = YES」に AI がしないよう、"該当なし = 商品担当に事前確認要" を必ずプロンプトに書かせる。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・出力には 必ず "該当した条件ID" を含めさせる。後で "なぜこの判定?" の監査ができる。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・NG判定で終わらせず「対応」まで出させる。顧客説明・代替商品・再申込タイミングが代理店の付加価値。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・"削除" 運用は禁止(過去顧客への説明時に必要)。無効化列で対応。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・月1回15分の見直しでも十分。「田中さんが毎月第1金曜に各商品担当へヒアリング」など具体的に決めさせる。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2026-07-16T08:35:00Z</dcterms:created>
  <dcterms:modified xsi:type="dcterms:W3CDTF">2026-07-16T08:35:00Z</dcterms:modified>
</cp:coreProperties>
</file>