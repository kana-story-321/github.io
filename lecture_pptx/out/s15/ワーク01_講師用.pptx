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代理店の "事前引受スクリーニング" を マスタ表化する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扱う各社の引受基準を1つの表に整理し、AIで "どの会社なら通りそうか" を申込前に見立てる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 代理店マスタ表 10列に統合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【生徒への声かけ例】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・「デモナレッジ01(先輩口伝)の "妊娠中は B社が告知項目なしで通る" を まず1行入れてみて」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・「デモナレッジ02(B社チャット 2024/07/18) にも同じ内容ある?→ 1行に統合、情報源列に両方書く」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・「デモナレッジ03(A社研修)の "妊娠12週未満NG" は A社行として 別の行 に書く」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・「A社NG行の H列に "代替: B社なら告知項目なしで通る" と書いておくと、次の営業で即使える」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【生徒が Gemini に投げる相談例(素材ごと丸投げでOK)】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以下は保険代理店の情報源です。ここから引受判定条件を抽出して、10列の代理店マスタ表(条件ID/カテゴリ/保険会社/商品ジャンル/条件詳細/判定/理由/対応or代替候補社/情報源/更新日)にJSONで整理して。同じ条件でも会社で判定が違う場合は 別々の行にしてください。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[デモナレッジ01〜06のいずれかを貼付]」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・引受判定マスタシートに 20〜30 行(2〜4社ぶん)が入っている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・「保険会社」列が 全行埋まっていて 会社別の色分けがついている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・「情報源」列が全行埋まっている(口伝でもOK、"先輩口伝(要正式化)" と明記)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・NG行の「対応(H列)」に "代替: 〇社" が書けている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・完璧を目指させない。20〜30行埋まればOK。残りは "後で追加" で。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・"口伝" を情報源に書くことを恥ずかしがる生徒がいる。「口伝も立派な情報、隠さず書く。後で会社に確認する目印になる」と促す。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・「同じ条件を1行に無理やりまとめる」ミスに注意。会社別に別々の行にするのが代理店マスタの肝。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・記入例シートを "そのままコピー" させない。自分が扱っている代理店契約会社に合わせて書き直させる。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"どの会社なら通る?" AI一次判定 と 更新運用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【Gemini に渡すプロンプト例】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「あなたは保険代理店の "事前引受スクリーニングAI" 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以下は うちの代理店が扱う各社の引受判定マスタ表(CSV)です。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[マスタ表を CSV で貼付]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これをルールとして、次の顧客について "どの会社の どの商品なら通りそうか" を判定してください。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顧客: 45歳男性 / 高血圧治療中(1年経過、収縮期185mmHg) / 医療保険希望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出力形式: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検討した条件: (どの条件詳細に該当するか)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通りそうな会社(YES): 会社名 + 商品ジャンル + 条件ID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要確認で相談推奨: 会社名 + 商品ジャンル + 条件ID + どんな追加確認が必要か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引受不可(NG): 会社名 + 商品ジャンル + 条件ID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代替提案: (該当がない場合、緩和型など次の一手)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次のアクション: どの会社の営業担当に事前相談すべきか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該当ルールがない場合は "該当なし → 各社支社に事前相談要" と返してください。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最終判定は各保険会社が行います。」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【該当なしテスト】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「顧客: 30歳男性 / パラグライダー競技選手 / 死亡保険」を投げて "該当なし → 各社支社に事前相談要" が返るか確認。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・3件の顧客について 会社別の一次判定 が動く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・全ての判定に "参照条件ID" と "会社名" が付いている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・NG会社の代替として "代替: 〇社なら通る可能性" が出る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・該当なしテストで "自動 YES" にならず "各社支社に事前相談要" になる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・更新ログシートに 2件のダミー更新(各社の改定情報反映)が入っている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・月次見直しの担当者と曜日が決まっている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・「該当なし = YES」に AI がしないよう、"該当なし = 各社支社に事前相談要" を必ずプロンプトに書かせる。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・出力には 必ず "会社名 + 条件ID" を含めさせる。後で "なぜこの見立て?" の監査ができる。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・「NG会社しか出ない場合の代替提案」を必ず出させる。それが代理店の付加価値。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・"削除" 運用は禁止(過去顧客への説明時に必要)。無効化列で対応。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・月1回15分の見直しでも十分。「田中さんが毎月第1金曜に各社営業担当へ一斉ヒアリング」など具体的に決めさせる。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2026-07-16T08:09:50Z</dcterms:created>
  <dcterms:modified xsi:type="dcterms:W3CDTF">2026-07-16T08:09:50Z</dcterms:modified>
</cp:coreProperties>
</file>