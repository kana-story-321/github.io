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引受基準の整理と AI 落とし込み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属人化した判断を「型」にして、新人も判断できる土台を作る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引受基準を3段階で整理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保険引受で頻出する20シーンを YES/NO/要確認 に分類して。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・各シーン: 年齢+健康状態+加入希望商品 のパターン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・判定理由を1行で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・要確認の場合のエスカレーション先(担当部署)も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・社内ルール: ●●●(分かる範囲で)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・20件分類シート(シーン/判定/理由/エスカレ先)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・社内ルールが曖昧な場合は「分かる範囲で」で進める。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 要確認」にして思考停止する生徒に注意。YES/NO を最低半数に。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・要確認のエスカレ先を明記しないと運用で詰まる。必須項目に。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一次判定プロンプトの設計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上の20件基準を踏まえた一次判定プロンプトを作って。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・入力: 顧客情報(年齢/健康状態/希望商品)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・出力: 判定(YES/NO/要確認)+理由+次のアクション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・要確認の場合は確認項目をリスト化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・末尾に「最終判断は引受査定」と必ず付ける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・一次判定プロンプト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・テストシナリオ5件で精度確認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・「最終判断は引受査定」の免責を絶対忘れさせない。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 が断定的に答えるとトラブルの元。「~の可能性が高い」等の表現を促す。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・テストシナリオは現場の実例を使う。架空だと精度が分からない。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