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散在ナレッジを "引受判定マスタ表" に統合する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口伝・チャット・旧文書に散らばる判定ルールを、AIが読める1つの表に統合し、更新できる形にする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散在ナレッジを「マスタ表」10列に整理する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・「デモナレッジ01の口伝メモを読んで、まず1件だけマスタ表に入れてみて」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・「デモナレッジ02(Slack)と03(旧マニュアル)で "同じ条件" 見つかった?一つに統合して」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・「根拠列に "田中課長談(2024年Slack)" と書いておけば、後で確認できる」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に投げる相談例(素材ごと丸投げでOK)】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「以下のメモから引受判定条件を抽出して、10列のマスタ表(条件ID/カテゴリ/対象商品/条件詳細/判定/理由/追加確認/エスカレ先/根拠/更新日)にJSONで整理して。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[デモナレッジ01の本文を貼付]」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・引受判定マスタシートに 20〜30 行が入っている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・「根拠」列が全行埋まっている(口伝でもOK、"口伝(要正式化)" と明記)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・重複条件が統合されている(同じ内容の2行が残っていない)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・「最終更新」列が全行埋まっている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・完璧を目指させない。20〜30行埋まればOK。残りは "後で追加" 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・"口伝" を根拠に書くことを恥ずかしがる生徒がいる。「口伝も立派な情報、隠さず書く」と促す。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・カテゴリの粒度に迷ったら "健康" などざっくりで良い。細かすぎると更新が滞る。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・記入例シートを "そのままコピー" させない。自分の営業対象・自社商品に合わせて書き換えさせる。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マスタ表を使った一次判定 と 更新運用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【Gemini に渡すプロンプト例】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「以下はうちの保険引受判定マスタ表(CSV)です。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[マスタ表を CSV で貼付]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これをルールとして、次の顧客について 一次判定 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顧客: 45歳男性 / 高血圧治療中(1年経過、コントロール良好) / 医療保険希望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出力形式: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参照した条件ID: RULE-XXX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判定: YES / YES(条件付) / 要確認 / NO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理由: 1〜2文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次のアクション: 顧客への説明/確認項目/エスカレ先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該当ルールがない場合は "該当なし → 要確認 (人が判定)" と返してください。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最終判断は引受査定課が行います。」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【該当なしテスト】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「顧客: 30歳男性 / パラグライダー競技選手 / 死亡保険」を投げて "該当なし → 要確認" が返るか確認。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・3件の顧客について 一次判定 が動く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・全ての判定に "参照条件ID" が付いている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・該当なしテストで "自動 YES" にならず要確認になる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・更新ログシートに 2件のダミー更新が入っている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・月次見直しの担当者と曜日が決まっている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・「該当なし = YES」に AI がしないよう、"該当なし = 要確認" を必ずプロンプトに書かせる。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・条件IDを出力に含める運用が重要。後で "なぜこの判定?" の監査ができる。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・"削除" 運用は禁止(履歴が失われる)。無効化列を追加する運用に統一。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・月1回15分の見直しでも十分。時間より "続くこと" が重要と伝える。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2026-07-14T21:22:55Z</dcterms:created>
  <dcterms:modified xsi:type="dcterms:W3CDTF">2026-07-14T21:22:55Z</dcterms:modified>
</cp:coreProperties>
</file>