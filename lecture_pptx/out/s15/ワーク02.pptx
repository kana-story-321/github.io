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ケーステンプレ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断り方+代替案 のセットを10ケース分作る。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 マニュアル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確認項目とエスカレ手順をマニュアル化。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自分の判断軸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コードなしで判断基準を明文化する。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引受不可と判定するケース。顧客への伝え方が重要。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代替案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引受不可でも提示できる別商品/別プラン/別社。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判断保留して追加情報を集めるケース。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対応マニュアル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ケース別の対応手順をまとめた業務文書。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冷たくなりがちなので注意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顧客満足を保つ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対応スピードが鍵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対応マニュアル: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新人教育の核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ケースの説明が毎回手作業で時間がかかる。テンプレ化して即対応可能に。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に「NG ケース×顧客への説明文+代替案」依頼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法令準拠の表現か確認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感情に寄り添う冒頭文を必須に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社内チェック後に運用版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各ケースの顧客への説明文を AI で作成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代替案を必ず1つ提示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冷たくならない表現で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温度感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冷たくならず、顧客に寄り添う表現か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声に出して読み、嫌な気持ちにならないか確認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代替案の具体性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「他をご検討ください」で終わっていないか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具体的な商品名/別社/別プランを提示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法令準拠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不適切表現がないか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社内コンプラ部門に1度チェック依頼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要確認ケースで対応に迷い、エスカレーションが遅れる。マニュアル化で即対応に。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に「要確認ケース対応マニュアル」を依頼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確認項目は具体的に(年齢/職業/既往歴 等)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エスカレ先と緊急度を明記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所要時間で見積もり感を共有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各ケースの確認項目をリスト化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エスカレーション基準と緊急度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対応の所要時間目安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確認項目の具体性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何を聞けば判断できるかが明確か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「健康状態」だけでなく「○○の既往歴」まで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緊急度の判定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いつまでに対応するべきかが分かるか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緊急/通常/低 で3段階に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対応所要時間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初心者でも見積もれる時間が書かれているか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「○分〜○時間」で幅を持たせる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迷わない仕組み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テンプレとマニュアルで、迷いの時間がゼロに。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顧客対応の品質UP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NGでも代替案で、顧客満足を保てる。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 Gem 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これらを Gem に組み込み、判定+対応を一体化。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