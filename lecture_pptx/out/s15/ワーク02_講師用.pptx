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保険引受で頻出する NG ケース10件について、各々の顧客向け説明文と代替案を作って。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・冷たくならない、寄り添う表現で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・代替案は具体的(別商品/別社/別プラン)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・法令準拠の表現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× 説明文+代替案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・冷たく感じる表現を生徒が見落とす。第三者目線で読ませる。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・代替案を出さない/曖昧なケースに注意。具体名必須。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・コンプラ部門への確認を必ず通すよう徹底。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要確認ケース10件の対応マニュアルを作って。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・確認項目を具体的に(○○の既往歴/年齢の範囲 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・エスカレーション先と緊急度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・所要時間目安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マニュアル(確認項目/エスカレ/緊急度/時間)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・確認項目が抽象的だと現場で困る。「具体的」を強調。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・エスカレ先を「上司」で済ますな。担当者名/部署まで。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・所要時間に幅を持たせる(初心者基準で長め)。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