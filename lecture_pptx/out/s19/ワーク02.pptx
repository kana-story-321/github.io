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提案資料の自動生成テンプレ化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一度作ったテンプレを Gem 化し、社内全員で活用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自動生成テンプレ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ヒアリング→資料完成まで自動化。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社内共有 Gem 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テンプレを Gem 化、社内全員で使える形に。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2パターンで効果検証する仕組み。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自動生成テンプレ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ヒアリング結果を入れれば資料が完成する仕組み。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プロンプトと知識を Gemini の Gem として登録、再利用可能に。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利用ガイド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の使い方+免責事項をまとめた配布資料。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同じ目的で2案を試し、反応の良い方を採用。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GASとスライドの連携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社内共有しやすい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社内展開には必須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A/B テスト: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まず資料1枚から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提案資料の自動生成テンプレ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毎回ゼロから資料を作るのが大変。テンプレ化して30分で完成する仕組みを作る。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に「自動生成GAS」依頼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スライドテンプレを最初に作る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プレースホルダー方式で差し替え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テストは複数顧客で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 → 提案資料 自動生成GAS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入力スプシ + 出力スライドテンプレ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顧客名+日付を自動挿入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ダミー顧客でテスト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提案資料の自動生成テンプレ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テンプレの柔軟性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顧客により内容を差し替えられるか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プレースホルダー多めに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完成度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出力結果がそのまま使えるか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修正必要なら自動化の意味が薄い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処理時間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1人あたり何分で生成できるか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1分以内が理想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テンプレを Gem 化+社内共有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テンプレを社内で使えるようにする。Gem 化+利用ガイドで展開。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作成画面で指示文+知識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サンプル資料を3〜5本アップ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ガイドに免責事項+使い方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社内ポータルに掲載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の指示文にテンプレロジック反映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知識として優良資料サンプル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 A4 1枚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テンプレを Gem 化+社内共有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指示文の明確化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AIが迷わない明確な指示か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「~してください」を具体的に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知識の質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優良サンプルが揃っているか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量より質、5本以下に絞る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ガイドの簡潔さ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1枚で全員理解できるか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読まれない=書きすぎ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30分で資料完成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テンプレ化で、ゼロベース3時間→30分に。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社内全員で使える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化で個人技から組織能力へ。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次はAI エージェント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自律的にタスクをこなす AI の世界へ。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