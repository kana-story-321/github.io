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ライフプラン提案資料を AI で作る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数字に物語を載せて、選ばれる提案資料に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資料骨子をAIで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ヒアリング+シミュ結果から骨子生成。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ストーリー設計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現状→課題→対策→未来 の流れで物語化。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視覚化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図解+グラフで仕上げる。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提案資料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ヒアリング+シミュレーション+提案商品 を一冊にまとめた資料。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ストーリー設計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事実の羅列でなく、感情の流れで構成する手法。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図解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言葉を絵にして理解を促す表現。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骨子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資料の各ページの「何を書くか」のメモ。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10ページ前後が標準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ストーリー設計: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顧客が主人公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図解: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画像生成も活用可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骨子: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最初に骨子、後で肉付け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提案資料骨子を AI で作る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提案資料を1から作るのに3〜4時間。骨子を AI で作って時短する。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に「ヒアリング+シミュを入力に10ページ骨子」依頼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Doc/Slides にコピー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顧客に合わせて調整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骨子段階で30分以内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10ページ構成の骨子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各ページ: 1メッセージ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顧客固有情報を反映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ヒアリング+シミュを素材に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提案資料骨子を AI で作る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1ページ1メッセージ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各ページの主張が1つに絞れているか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複数メッセージはページを分ける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顧客固有性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テンプレ感がない、その人のための資料か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名前/家族構成/目標 を必ず入れる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順序の論理性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ページ順が思考の流れに沿っているか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現状→課題→対策→未来 の順序を意識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ストーリー+図解で仕上げ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テキストばかりだとイメージしづらい。図解とグラフを入れる。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に「各ページに合う図解アイデア」依頼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Canva/AI画像生成で図解作成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前回のグラフを流用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統一感のあるデザイン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完成版提案資料(10ページ)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図解3点+グラフ2点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ストーリー構成で並べ替え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出力可能な形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ストーリー+図解で仕上げ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図解の必要性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本当に図が必要なページか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テキストで十分なら使わない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視線誘導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ページ内で目線がどう動くか考えているか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左上→右下 のZ型を意識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一貫したトーン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全ページで配色/フォントが統一されているか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前回のシミュ色と揃える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骨子はAIに任せる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3時間→30分の劇的時短。人は調整に集中。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ストーリーで動かす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事実+物語の組み合わせが選ばれる提案に。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次回はテンプレ化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自動生成テンプレで、毎回30分で完成する状態に。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