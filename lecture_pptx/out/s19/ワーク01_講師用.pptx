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ライフプラン提案資料を AI で作る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数字に物語を載せて、選ばれる提案資料に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提案資料骨子を AI で作る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以下のヒアリング結果とシミュレーション結果を素材に、10ページの提案資料骨子を作って。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・各ページ1メッセージ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・現状→課題→対策→未来 の流れ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・顧客名: ●●●、家族構成: ●●●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【ヒアリング】(貼る)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【シミュレーション】(貼る)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・10ページ骨子(ページ番号/見出し/メッセージ/根拠)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・「全部のページを完璧に」を目指して時間切れ。骨子は粗く、肉付けで時間を。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・1ページ複数メッセージは混乱。1ページ1メッセージを厳守。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・顧客固有性を出す。テンプレ感は信頼を下げる。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ストーリー+図解で仕上げ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上の10ページ骨子の各ページに合う図解アイデアを5パターン作って。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・どのページに/どんな図/狙い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・Canva or AI画像生成で実装可能な内容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・全ページで配色統一(メインカラー ●●●)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・図解5パターン案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・完成版資料(10ページ + 図解 + グラフ)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・図解を入れすぎると逆効果。本当に必要なページに絞る。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・配色統一を最初に決める。後から変えると全ページ手戻り。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・Z型視線誘導を意識させる。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