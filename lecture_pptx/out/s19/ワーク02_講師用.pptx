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提案資料の自動生成テンプレ化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一度作ったテンプレを Gem 化し、社内全員で活用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提案資料の自動生成テンプレ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ヒアリング結果(スプシ)+ シミュレーション結果(スプシ)を入力に、提案資料(Google Slides)を自動生成するGAS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・スライドテンプレ ID: ●●●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・プレースホルダー: {{顧客名}}/{{日付}}/{{家族構成}}/{{不足額}}等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・出力ファイル名: 顧客名_日付_提案資料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・自動生成GAS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・スライドテンプレ(プレースホルダー入り)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・ダミー顧客で生成確認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・プレースホルダー命名を最初に統一。後から変えると全部手戻り。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・スライドテンプレを先に作る。GAS だけで完成しない。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・テストは複数顧客で。1件だと潜在バグに気付けない。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テンプレを Gem 化+社内共有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上の提案資料テンプレを Gem として登録して。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・指示文: ヒアリング+シミュを入力 → 提案資料骨子を出力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・知識: 優良資料サンプル5本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・社内全員に共有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・利用ガイド A4 1枚も作成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・Gem「提案資料生成 AI」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・利用ガイド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・社内ポータル掲載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・「優良資料」の選定が難しい。社内で評価高いものを選定。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・指示文を曖昧にしない。「~の順で」「~を含む」と具体化。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・利用ガイドの免責は必須。「最終確認は担当者」を明示。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