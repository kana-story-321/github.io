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新人教育用 AI ロープレ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新人が自走で営業力を磨ける、AI 顧客との練習環境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顧客憑依 AI ロープレ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保険営業ロープレ用の顧客役 Gem を3パターン作って。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・属性1: 慎重派(40代男性/比較重視)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・属性2: 即決派(30代女性/直感型)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・属性3: 比較好き(50代夫婦/データ重視)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・対話的に応答(質問は1回1問)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・5往復程度で1ロープレ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・3パターンの顧客役Gem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・新人で実際にロープレ確認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・属性は実在モデルから。架空だと違和感ある。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・「質問の連投」をAIがやりがち。プロンプトで対話的に指示。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・1ロープレは30分以内。長いと集中切れる。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ロープレフィードバック+成功事例集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ロープレ会話履歴を入力に、フィードバックを返すGem を作って。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・出力: 良かった点3つ → 改善点3つ → 次回アクション3つ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・成功事例集(添付)と照合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・新人向けに優しめのトーン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・フィードバックGem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・成功事例集10件(統一テンプレ)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・新人向けトーンを強調。指摘ばかりだと萎縮する。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・成功事例の選定基準を明確化。「組織で再現可能か」が指標。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・PDF配布より、社内ポータル掲載が継続的更新しやすい。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2026-06-21T01:48:01Z</dcterms:created>
  <dcterms:modified xsi:type="dcterms:W3CDTF">2026-06-21T01:48:01Z</dcterms:modified>
</cp:coreProperties>
</file>