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商談記録の分析・改善フィードバックAI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トップ営業の暗黙知を AI で言語化し組織に展開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成功パターン抽出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過去商談から共通点を AI で見つける。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フィードバックAI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個別商談に改善アドバイスをくれる AI。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成功事例テンプレ化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3件の成功事例を再利用可能な形に。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暗黙知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言語化されていないが、ベテランが持つノウハウ。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パターン抽出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複数事例の共通点を見つけて言語化する手法。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フィードバック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個別の行動に対する改善アドバイス。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成功事例テンプレ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再利用可能な形に整理した過去の成功記録。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暗黙知: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組織共有が課題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パターン抽出: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AIが得意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フィードバック: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具体性が重要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成功事例テンプレ: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新人教育の核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過去商談から成功パターン抽出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成功はあるが、何が成功要因か言語化できていない。AI で共通点を抽出する。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に「成功商談の共通点5つ抽出」依頼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商談記録は CSV で整形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個人情報マスキング必須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社内で「これ当たってる?」を確認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直近6ヶ月の成約商談10件以上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商談記録をAI に渡して共通点5つ抽出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反例(失注)の共通点も3つ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社内で確認して暗黙知シートに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過去商談から成功パターン抽出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事例の質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本当に成約案件か、ベスト10か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直近+ベストの両方混ぜると傾向見える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共通点の具体性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「丁寧」でなく「○○の質問をした」レベルか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に「行動レベルで」と指示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反例の有無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成功と失敗の対比があるか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失敗パターンも同じ件数集める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個別商談のフィードバックAI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商談後の振り返りが属人化。フィードバックAI で改善を仕組み化する。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に「フィードバックAI設計」依頼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成功パターンを知識として登録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指摘は具体的に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褒めと改善のバランス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商談記録 → 改善ポイント3つ+次回アクション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成功パターンと照合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褒める部分も必ず含める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過去商談3件で精度確認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個別商談のフィードバックAI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褒めの先行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冒頭で良かった点を伝えているか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「改善点だけ」は心が折れる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指摘の具体性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「もっと頑張ろう」でなく具体行動か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「○○の場面で△△と言うべき」レベル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次回アクションの明確化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次回何をすればいいか明確か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「次回は○○を試す」と明示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暗黙知が見える化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感覚から再現可能な技術へ、組織で共有可能。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フィードバックが仕組みに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AIで個別アドバイス、自己改善が加速。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次は新人教育へ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AIロープレで自走学習を実現する。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