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新人教育用 AI ロープレ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新人が自走で営業力を磨ける、AI 顧客との練習環境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顧客憑依AI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顧客役 AI を3パターン用意。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ロープレフィードバック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会話履歴から改善ポイントを返すAI。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成功事例集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組織共有できる成功事例集を作る。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顧客憑依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が特定の顧客像を演じる手法。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リアル感のある練習が可能。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ロープレ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ロールプレイング。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相手役を立てて実戦練習する研修手法。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会話履歴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ロープレ中の発言記録。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分析の元データ。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成功事例集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組織で共有する勝ちパターン集。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顧客憑依: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プロンプト次第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営業職の基本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会話履歴: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保存設定必須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顧客憑依 AI ロープレ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新人ロープレの相手をするのに時間がかかる。AI が顧客役を演じれば自走で練習可能。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顧客属性ごとの設定を整理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Gem で3パターン作成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ロープレ中の発言を記録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1回30分以内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 3パターン(慎重/即決/比較好き)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各属性の Gem 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会話履歴を保存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新人で実際にロープレ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顧客憑依 AI ロープレ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属性のリアル感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本当にいそうな顧客か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実在の顧客モデルから作る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会話の自然さ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質問の連投ではなく対話になるか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プロンプトで「対話的に」と指示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記録の自動化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会話履歴が自動保存される設計か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スプシに記録ボタン用意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ロープレフィードバック+成功事例集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ロープレ後の振り返りが感覚的。AI で具体的なフィードバック+成功事例集の整備。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に「フィードバックGem」依頼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成功事例集はテンプレ統一(顧客属性/切り出し/決め手/学び)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 で配布しやすく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社内で「使いやすさ」をヒアリング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会話履歴を入力 → 良かった点+改善点+次回アクション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成功事例10件を集めてテンプレ化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 で社内共有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新人と共有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ロープレフィードバック+成功事例集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褒めの先行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まず良かった点から伝えるか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心の余裕を作る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事例の代表性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頻出ケースを網羅しているか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社内アンケートで選定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テンプレ統一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事例集全体で同じ形式か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統一フォーマット必須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自走で練習可能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ロープレで新人が時間制約なく練習。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フィードバックも仕組みに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でレビュー、講師の時間を解放。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次は総合演習へ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全て統合して自分の業務に適用する。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