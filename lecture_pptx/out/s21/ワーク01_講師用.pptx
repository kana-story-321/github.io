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商談記録の分析・改善フィードバックAI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トップ営業の暗黙知を AI で言語化し組織に展開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過去商談から成功パターン抽出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以下の商談記録(成約10件/失注5件)を分析して。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・成約商談の共通点5つ(行動レベルで)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・失注商談の共通点3つ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・差分から見える勝ちパターン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【データ】個人情報マスキング済み CSV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・成功パターン5つ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・失敗パターン3つ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・差分分析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・「丁寧」「親身」等の抽象表現NG。行動レベルで言語化。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・個人情報マスキング必須。実名や具体情報は事故の元。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・「当たってる?」を社内で確認。AI 出力を盲信しない。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個別商談のフィードバックAI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商談記録を入力に、フィードバックを返すGem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・出力: 良かった点3つ → 改善点3つ → 次回アクション3つ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・成功パターン(添付の知識)と照合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・指摘は具体的(行動レベル)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・フィードバックGem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・過去商談3件で精度確認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・褒めを必ず先行させる。心の負担を下げる。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・「行動レベルの指摘」を強調。抽象論NG。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・次回アクションを必ず3つ。次の行動が決まるとフィードバックが活きる。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