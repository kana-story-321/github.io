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Lovable で LP をバイブコーディング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に頼んで「ブランディング3軸」を反映した LP を世に出す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46888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AIに頼んで LP を作る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に日本語で要件を伝えて、自分の3軸を反映した LP を生成する。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246888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公開URLまで持っていく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生成→修正→デプロイの流れを実体験し、公開URLとして仕上げる。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325880"/>
            <a:ext cx="2468880" cy="5486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公式LINE登録ボタンを設置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の最後に CTA として公式LINE 登録ボタンを置き、動線の入口を完成。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用語と前提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1979676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Lovable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AIに「こんなWebサイトが欲しい」と日本語で頼むだけでコードを書いてくれる、ノーコード生成ツール。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0028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280160"/>
            <a:ext cx="1979676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LP（ランディングページ）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4620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 や広告から訪れた人が「最初に着地する」1ページのサイト。商談予約や登録の入口にする。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280160"/>
            <a:ext cx="1979676" cy="320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コードを書かず、日本語でやりたいことを AI に伝えて修正を重ねながら形にする作り方。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98564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280160"/>
            <a:ext cx="1979676" cy="32004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CTA（行動喚起）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3156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「公式LINE登録」「予約する」など、訪問者にして欲しい行動を促すボタンや文言。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ブラウザだけで使え、無料枠あり。生成結果は自分のドメインで公開可能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LP（ランディングページ）: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ホームページとの違いは「1つの行動」だけを促す設計のこと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空気感(vibe)で指示するスタイル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CTA（行動喚起）: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Call To Action の略   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のたたき台を Lovable で生成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ブランディング3軸（誰に・何を・どの立ち位置で）は前回整理済み。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これを反映した LP を Lovable に作らせたいが、何をどう伝えれば良いか分からない。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依頼文に「ターゲット像」「提供価値」「強み(差別化)」を必ず含める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色味は「3軸のトーン」(信頼感/親しみやすさ など) を指定する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構成は「冒頭→困りごと→解決→ベネフィット→CTA」の順を指示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1ページに収め、文字量は短く、読みやすさ優先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に渡す依頼文(プロンプト)を完成させる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実際に Lovable に投げて、LP のたたき台を1ページ生成する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ファーストビュー(画面上部)に 3軸 が伝わる文言を入れる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最下部に「公式LINEで無料相談」などの CTA ボタンを置く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のたたき台を Lovable で生成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ターゲット解像度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プロンプトに「誰の・どんな悩み・どんな状況」が一文で書けたか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「家族の保障を見直したい30代共働き世帯」など、属性+悩み+状況の3要素で書かせる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差別化メッセージ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同業他社ではなく「私だから選ぶ理由」が伝わる文言になっているか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「3軸の3つ目=立ち位置」を AI に「キャッチコピーに反映して」と追加指示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CTA の心理ハードル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「公式LINE登録」が "次の一歩" に感じられる柔らかい文言か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「無料相談」「資料請求」より「LINEで気軽に質問」など心理ハードルを下げる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LP→公式LINE→面談予約 の動線を設計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の骨格はできた。次は登録〜面談予約までの動線を AI に整理してもらいたい。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AIDMA(注目→興味→欲求→記憶→行動) に沿って LINE の流れを設計する。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 AI に「保険営業の公式LINEを AIDMA で設計して」と頼む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前回の3軸とこの LP の URL を AI に渡してから依頼する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出力された設計をスプレッドシートに表形式で貼り、優先順位を付ける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の5段階別に「LINE で何を見せ、何を聞くか」を1行ずつ書き出す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面談予約までのステップ数を3〜5に絞り、各ステップの目的を明記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登録直後のあいさつ文(自動応答)の文案を1つ作る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LP→公式LINE→面談予約 の動線を設計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段階の解像度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注目→興味→欲求→記憶→行動 の5段階で「何が違うか」が言えるか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「興味=知りたい / 欲求=自分ごと / 行動=予約する」と言葉で区別させる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離脱対策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各段階で「離脱しそうな人」へのフォロー文が用意できているか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「迷っている方へ」「もし不安があれば」などの分岐メッセージを AI に出させる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行動への橋渡し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最後の「行動」段階で、面談予約ページへの導線がはっきりしているか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予約URL を本文に直接埋め、リッチメニューにも同じ予約ボタンを置く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が Web 制作の壁を取り払う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日本語で頼むだけで、自分の3軸を反映した LP が今日中に公開できる。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動線設計には型がある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に沿って LINE を設計すると、登録→面談予約までの流れがブレない。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13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完璧より「まず公開」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公開してから修正を重ねるのがバイブコーディング。AI と一緒に磨き上げる。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2026-06-20T14:57:32Z</dcterms:created>
  <dcterms:modified xsi:type="dcterms:W3CDTF">2026-06-20T14:57:32Z</dcterms:modified>
</cp:coreProperties>
</file>