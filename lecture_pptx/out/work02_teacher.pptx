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LP → 公式LINE 連携を本番運用へ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AIDMA を回して、登録率と予約率を数字で改善する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LP の効果を AI で分析 — 解答・指導ポイント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8321040" cy="1508760"/>
          </a:xfrm>
          <a:prstGeom prst="roundRect">
            <a:avLst>
              <a:gd name="adj" fmla="val 4848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73152" cy="15087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1188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" y="1554480"/>
            <a:ext cx="793699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以下は私のLP(URL: ●●●)のアクセスデータです(過去2週間)。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私の目的は「来週試す改善1点を決める」ことです。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次の観点で分析してください。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- CVR と離脱ポイント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- 改善案を優先度(高/中/低)で5つ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- 各改善案は「変更する箇所」「変更後の文言/レイアウト」を含めて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【データ】(以下に貼る)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697480"/>
            <a:ext cx="8321040" cy="109728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697480"/>
            <a:ext cx="73152" cy="10972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" y="2788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" y="3154680"/>
            <a:ext cx="79369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・現状診断: CVR ●%、離脱は「FV→次セクション」で6割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・改善案5件(高=2件、中=2件、低=1件)、各案にビフォー/アフター文言付き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・今週試す1点: ヒーローのキャッチを共感型に変更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38862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886200"/>
            <a:ext cx="73152" cy="10058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576072" y="3977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" y="4343400"/>
            <a:ext cx="7936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・「データだけ貼って分析して」と言いがち。必ず "私が知りたいことは" を一文で言わせる。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・改善案が「全部やる」になりやすい。「1週間で1点」を強制すると行動が起きる。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・数字より「文言の手触り」で判断する生徒は、声に出して読ませると気づきが出る。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リッチメニュー+導線完成 — 解答・指導ポイント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8321040" cy="1508760"/>
          </a:xfrm>
          <a:prstGeom prst="roundRect">
            <a:avLst>
              <a:gd name="adj" fmla="val 4848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73152" cy="15087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1188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" y="1554480"/>
            <a:ext cx="793699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 のリッチメニュー(6分割)用の画像案を作ってください。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 のメインカラーは ●●●、トーンは「信頼感+親しみ」。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配置: 上段「予約/相談/資料」、下段「お客様の声/プロフィール/お知らせ」。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文字は最小限、アイコン中心、丸み(角丸 R=12px)で。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697480"/>
            <a:ext cx="8321040" cy="109728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697480"/>
            <a:ext cx="73152" cy="10972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" y="2788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" y="3154680"/>
            <a:ext cx="79369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・6分割リッチメニュー画像(2500×1686 推奨)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・タップ領域マッピング表(座標と遷移先URL)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・テスト配信用シナリオ(タップ→遷移先メッセージの想定文)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38862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886200"/>
            <a:ext cx="73152" cy="10058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576072" y="3977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" y="4343400"/>
            <a:ext cx="7936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・初回生成は文字が多すぎることが多い。「文字は3文字以内/タップ」と再依頼させる。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・タップ領域の座標ズレに注意。LINE 公式アカウントマネージャでプレビュー必須。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・「リッチメニュー作って終わり」になりがち。テスト配信→1往復するまでが課題。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2026-06-20T15:00:42Z</dcterms:created>
  <dcterms:modified xsi:type="dcterms:W3CDTF">2026-06-20T15:00:42Z</dcterms:modified>
</cp:coreProperties>
</file>