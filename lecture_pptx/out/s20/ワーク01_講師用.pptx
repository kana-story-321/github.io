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エージェントの基本概念と活用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単発の AI 活用から「自律的に動く AI」へ進化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簡易エージェントを作る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以下の業務をエージェント化するGAS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・業務: 過去商談ログを参照して、明日の商談3件の準備メモを生成し自分にメール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・使うツール: スプシ参照/Gemini呼び出し/Gmail送信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・実行は手動トリガー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・商談前準備エージェント 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・実行ログをスプシに記録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・エージェントの「自律性」を強調。指示なしで動くのが特徴。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・ツール制限を守らせる。多すぎると制御不能。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・ログを必ず確認させる。「動いた」だけでなく「何をしたか」が大事。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業務フローをエージェント化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上のエージェントを安全に拡張して。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・処理対象を3件→10件に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・送信前に「送信内容プレビュー」スプシを更新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・自分が確認してOKボタン押下で送信開始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・各ステップをログに記録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・拡張版エージェント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・1週間試運転 → 継続判断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・「送信前プレビュー」を必須に。AI が暴走すると謝罪メール大量送信の事故。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・拡張は段階的に。3→10→50 のように徐々に。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・ログを定期的に振り返る習慣を作る。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