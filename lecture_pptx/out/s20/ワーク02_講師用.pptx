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複数ツール連携と監視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スプシ/メール/カレンダー横断のエージェントを本番運用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複数ツール連携エージェント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以下の業務をエージェント化するGAS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・業務: 明日カレンダーに予定がある顧客に、前日リマインドメールを送る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・使うツール: Googleカレンダー/顧客スプシ/Gmail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・送信前に「送信予定リスト」をスプシに表示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・連携エージェントGAS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・送信前プレビューシート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・権限を最小化させる。「全て許可」は避ける。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・送信前プレビューは必須。誤送信防止の最後の砦。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・テストは段階的に。1件→3件→10件。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監視+ログ分析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上のエージェントに監視機能を追加。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・実行ログをスプシ「実行ログ」シートに記録(日時/対象/結果/エラー)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・週次集計で成功率/エラー件数をメール通知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・連続3回失敗で即時アラート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・監視付きエージェント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・5つの活用シナリオ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・正常時のログを忘れがち。「異常だけ」では原因追跡不可。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・閾値(3回失敗等)は実運用で調整必要。最初は緩めから。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・シナリオは「明日からやること」レベルに。机上論は意味なし。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