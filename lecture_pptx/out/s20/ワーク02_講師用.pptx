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194560"/>
            <a:ext cx="9144000" cy="457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188720"/>
            <a:ext cx="80467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複数ツール連携と監視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23317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スプシ/メール/カレンダー横断のエージェントを本番運用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548640" y="411480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【講師用 解答・指導ポイント】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演習1 複数ツール連携エージェント — 解答・指導ポイント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11480" y="804672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💬 解答例プロンプト / 📝 想定アウトプット例 / 🧭 回答へ導くポイント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11480" y="1234440"/>
            <a:ext cx="8321040" cy="1645920"/>
          </a:xfrm>
          <a:prstGeom prst="roundRect">
            <a:avLst>
              <a:gd name="adj" fmla="val 4444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234440"/>
            <a:ext cx="91440" cy="16459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612648" y="132588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💬 解答例プロンプト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9224" y="1764792"/>
            <a:ext cx="7863840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【貼り付け用】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以下の業務をエージェント化するGAS を作って。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・業務: 明日カレンダーに予定がある顧客に、前日リマインドメールを送る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・使うツール: Googleカレンダー/顧客スプシ/Gmail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・送信前に「送信予定リスト」をスプシに表示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11480" y="2971800"/>
            <a:ext cx="8321040" cy="1005840"/>
          </a:xfrm>
          <a:prstGeom prst="roundRect">
            <a:avLst>
              <a:gd name="adj" fmla="val 7273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1480" y="2971800"/>
            <a:ext cx="91440" cy="100584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612648" y="306324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📝 想定アウトプット例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9224" y="350215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・連携エージェントGAS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・送信前プレビューシート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11480" y="4069080"/>
            <a:ext cx="8321040" cy="91440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1480" y="4069080"/>
            <a:ext cx="91440" cy="91440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15" name="Text 13"/>
          <p:cNvSpPr/>
          <p:nvPr/>
        </p:nvSpPr>
        <p:spPr>
          <a:xfrm>
            <a:off x="612648" y="416052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🧭 回答へ導くポイント・注意点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9224" y="4599432"/>
            <a:ext cx="786384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・権限を最小化させる。「全て許可」は避ける。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・送信前プレビューは必須。誤送信防止の最後の砦。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・テストは段階的に。1件→3件→10件。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演習2 監視+ログ分析 — 解答・指導ポイント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11480" y="804672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💬 解答例プロンプト / 📝 想定アウトプット例 / 🧭 回答へ導くポイント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11480" y="1234440"/>
            <a:ext cx="8321040" cy="1645920"/>
          </a:xfrm>
          <a:prstGeom prst="roundRect">
            <a:avLst>
              <a:gd name="adj" fmla="val 4444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234440"/>
            <a:ext cx="91440" cy="16459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612648" y="132588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💬 解答例プロンプト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9224" y="1764792"/>
            <a:ext cx="7863840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【貼り付け用】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上のエージェントに監視機能を追加。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・実行ログをスプシ「実行ログ」シートに記録(日時/対象/結果/エラー)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・週次集計で成功率/エラー件数をメール通知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・連続3回失敗で即時アラート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11480" y="2971800"/>
            <a:ext cx="8321040" cy="1005840"/>
          </a:xfrm>
          <a:prstGeom prst="roundRect">
            <a:avLst>
              <a:gd name="adj" fmla="val 7273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1480" y="2971800"/>
            <a:ext cx="91440" cy="100584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612648" y="306324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📝 想定アウトプット例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9224" y="350215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・監視付きエージェント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・5つの活用シナリオ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11480" y="4069080"/>
            <a:ext cx="8321040" cy="91440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1480" y="4069080"/>
            <a:ext cx="91440" cy="91440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15" name="Text 13"/>
          <p:cNvSpPr/>
          <p:nvPr/>
        </p:nvSpPr>
        <p:spPr>
          <a:xfrm>
            <a:off x="612648" y="416052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🧭 回答へ導くポイント・注意点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9224" y="4599432"/>
            <a:ext cx="786384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・正常時のログを忘れがち。「異常だけ」では原因追跡不可。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・閾値(3回失敗等)は実運用で調整必要。最初は緩めから。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・シナリオは「明日からやること」レベルに。机上論は意味なし。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2026-06-21T01:48:01Z</dcterms:created>
  <dcterms:modified xsi:type="dcterms:W3CDTF">2026-06-21T01:48:01Z</dcterms:modified>
</cp:coreProperties>
</file>