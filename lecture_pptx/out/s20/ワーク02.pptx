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複数ツール連携と監視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スプシ/メール/カレンダー横断のエージェントを本番運用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複数ツール連携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3つのツールを横断するエージェント設計。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監視+ログ分析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正常/異常を検知して通知する仕組み。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活用シナリオ作成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自分の業務をエージェント化したらどうなるか。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ツール連携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複数のサービスを1つの処理で連動させる仕組み。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監視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エージェントが正常動作しているかを定期的に確認する。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アラート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異常検知時に管理者に通知する仕組み。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活用シナリオ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実業務でどう使うかを具体的に描いた計画書。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ツール連携: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権限管理に注意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監視: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異常検知が肝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アラート: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メール/Slack 等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活用シナリオ: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導入前に必須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複数ツール連携エージェント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単一ツールのエージェントは作れた。次はスプシ/メール/カレンダーを横断する。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スプシ → カレンダー予定確認 → 該当顧客にメール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各ツールの権限を最小化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中間結果を必ずログ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テストは1件から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業務フローを「ツール×アクション」で書き出し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使うツールを3つに絞る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にエージェント化依頼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テスト実行で各ステップ確認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複数ツール連携エージェント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権限の最小化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本当に必要な権限だけか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不要権限は事故の元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ステップ分割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各ステップが独立して検証可能か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結合前に個別テスト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ロールバック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途中でエラーが出た時に戻せるか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送信前にプレビュー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監視+ログ分析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エージェントは動くが、何をやっているか見えない。監視機能を追加。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に「監視機能追加」依頼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ログ列: 日時/処理対象/結果/エラー内容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異常検知は連続失敗3回 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シナリオは自分の実業務から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実行ログをスプシに記録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週次で成功率を計算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異常時はメール通知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活用シナリオを5パターン作成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監視+ログ分析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ログの網羅性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正常時もログを残しているか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異常だけでは原因追跡不可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異常検知の精度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誤検知/見逃しが少ないか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閾値を実運用で調整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シナリオの具体性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「明日からやる」具体性があるか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抽象論はNG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複数ツール連携で実用化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スプシ+メール+カレンダー横断で本物の自動化。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監視は必須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動かしっぱなしは事故の元。週1で必ず確認。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次はトップ営業AI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商談分析で営業力を底上げするAIへ。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