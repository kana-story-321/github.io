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 エージェントの基本概念と活用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単発の AI 活用から「自律的に動く AI」へ進化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概念を理解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エージェントの3要素(目標+ツール+ループ)を学ぶ。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簡易エージェント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業務フロー1つをエージェント化して動かす。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任せたい業務リスト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AIに任せたい業務を10個書き出し優先度付け。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AIエージェント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目標を与えると自律的に計画→実行する AI。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目標(Goal)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エージェントに与える達成すべきタスク。1〜2文で。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ツール(Tools)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エージェントが使える機能の一覧(検索/メール/カレンダー等)。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ループ(Loop)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計画→実行→評価→修正 を繰り返すサイクル。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AIエージェント: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従来のチャットとは別物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目標(Goal):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成功条件を明確に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ツール(Tools):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権限管理が重要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ループ(Loop):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無限ループ防止上限必須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簡易エージェントを作る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AIに「目標」だけ渡して動いてほしい。簡易エージェントで体験する。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業務は15分以内で完了する小さなものから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ツールは検索/メール 等 3つまで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に「エージェント化GAS」依頼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中間結果をログに残す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業務フロー1つを選定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目標+使うツール+期待結果 を言語化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に依頼して試作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実行して結果を確認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簡易エージェントを作る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目標の明確化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成功条件が一文で言えるか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「~ができたら成功」と明示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ツール制限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使うツールを3つに絞っているか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増やすと制御不能になる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ログ可視性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何をしたか後で見えるか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スプシに実行ログ必須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業務フローをエージェント化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簡易版で動いた。次は実業務の1つを完全にエージェント化する。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業務時間15分以内のフロー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に「商談前準備エージェント設計」依頼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安全のため手動起動から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ログを必ず確認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商談前準備エージェント(過去ログ→準備メモ→自分にメール)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中間結果をスプシに残す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手動トリガーで起動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実業務でテスト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業務フローをエージェント化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業務範囲の適切性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15分以内のフローに絞れているか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長いフローは分割する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安全性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誤動作で被害がない設計か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送信系は手動承認入れる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実用性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実業務で使い続けたい仕組みか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1週間試して継続判断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エージェントは3要素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目標+ツール+ループ。これが本質。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小さく始める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15分業務から、徐々に範囲を広げる。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次は連携と監視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複数ツール連携と監視で本格運用へ。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