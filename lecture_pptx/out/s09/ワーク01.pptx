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 自動生成 + 公式LINE 構成設計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次回の公式LINE設定に「すぐ入れる」素材を、AIで一気に仕上げる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LP/Webページを生成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に日本語で頼んで、自分の3軸を反映した LP を1ページ作る。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 構成を設計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に沿って「あいさつ→価値→予約」までの流れを文章で固める。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次回への引き継ぎ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 URL と LINE 構成文を、次回そのまま設定画面に流し込める形にする。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Lovable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AIに「こんな Web サイトが欲しい」と日本語で頼むだけでコードを書いてくれる、ノーコード生成ツール。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LP(ランディングページ)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SNS や広告から訪れた人が最初に「着地する」1ページ。商談予約や登録の入口にする。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AIDMA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注目→興味→欲求→記憶→行動 の5段階で、人の購買心理を表したマーケティングの基本フレーム。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コードを書かず、日本語でやりたいことを AI に伝えて修正を重ねながら形にする作り方。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ブラウザだけで使え、無料枠あり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LP(ランディングページ):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1つの行動だけを促す設計が大事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配信の順番設計に使う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バイブコーディング: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空気感(vibe)で指示する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LP/Webページを Lovable で自動生成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ブランディング3軸(誰に・何を・どの立ち位置で)は前回整理済み。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これを反映した LP を Lovable に作らせたいが、何をどう伝えれば良いか分からない。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依頼文に「ターゲット像」「提供価値」「強み(差別化)」を必ず含める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色味は「3軸のトーン」(信頼感/親しみやすさ など) を指定する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構成は「冒頭→困りごと→解決→ベネフィット→CTA」の順を指示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1ページに収め、文字量は短く、読みやすさ優先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Lovable に渡す依頼文(プロンプト)を完成させる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実際に Lovable に投げて、LP のたたき台を1ページ生成する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ファーストビュー(画面上部)に 3軸 が伝わる文言を入れる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最下部に「公式LINEで無料相談」などの CTA ボタンを置く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生成された LP の公開URL を控えておく(次回で公式LINEに紐付け)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LP/Webページを Lovable で自動生成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ターゲット解像度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プロンプトに「誰の・どんな悩み・どんな状況」が一文で書けたか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「家族の保障を見直したい30代共働き世帯」など、属性+悩み+状況の3要素で書かせる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差別化メッセージ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同業他社ではなく「私だから選ぶ理由」が伝わる文言になっているか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「3軸の3つ目=立ち位置」を AI に「キャッチコピーに反映して」と追加指示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CTA の心理ハードル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「公式LINE登録」が "次の一歩" に感じられる柔らかい文言か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「無料相談」「資料請求」より「LINEで気軽に質問」など心理ハードルを下げる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公式LINE の構成を考える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次回は公式LINE を実際に設定する回。今回は「何を / どう配信するか」の構成を文章で固めておく。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に沿って、登録〜面談予約までの流れを設計する。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生成AIに「保険営業の公式LINEを AIDMA で設計して」と依頼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前回の3軸とこの LP の URL を AI に渡してから依頼する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出力された設計をスプレッドシートに表形式で貼り、次回そのまま流し込める状態に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本文は短文で、改行・絵文字を入れ「LINE で読みやすい形」を意識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の5段階別に「LINE で何を見せ、何を聞くか」を1行ずつ書き出す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登録直後のあいさつ文(自動応答)の文案を1つ作る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ステップ配信の本文(Day1〜Day3)を下書きする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最後の「行動」段階での予約案内の文言を作る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公式LINE の構成を考える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段階の解像度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注目→興味→欲求→記憶→行動 の5段階で「何が違うか」が言えるか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「興味=知りたい / 欲求=自分ごと / 行動=予約する」と言葉で区別させる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配信本文の手触り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スマホ画面で読むことを意識した、短文+改行の配信文になっているか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「LINE のトーク画面で読むつもりで音読して」と AI に再生成依頼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次回への準備度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次回そのまま設定画面に貼り付けられる「最終形」になっているか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スプシに「あいさつ文/Day1/Day2/Day3/予約案内」と列を分けて保存する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 は AI で「とりあえず公開」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日本語で頼むだけで、自分の3軸を反映した LP が今日中に公開できる。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LINE 構成は「型」で迷わない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に沿って配信の流れを言語化すれば、次回の設定で迷わない。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次回ですぐ使える形で保存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 URL と LINE 構成文をスプシに整理して持参すれば、次回は設定作業に集中できる。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