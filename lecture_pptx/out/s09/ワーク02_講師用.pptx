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リッチメニュー + アイコン画像の制作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 の「見た目」を AI で仕上げ、次回そのまま設定できる素材を完成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【講師用 解答・指導ポイント】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リッチメニューを AI で作成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 のリッチメニュー(6分割)用の画像案を作ってください。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 のメインカラーは ●●●、トーンは「信頼感+親しみ」。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配置: 上段「予約/相談/資料」、下段「お客様の声/プロフィール/お知らせ」。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文字は最小限(各3文字以内)、アイコン中心、角丸(R=12px)で。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サイズは 2500×1686 PNG。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・6分割リッチメニュー画像(2500×1686 PNG)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・タップ領域マッピング表(座標と遷移先URL)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・テスト配信用シナリオ(タップ→遷移先メッセージの想定文)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・初回生成は文字が多すぎることが多い。「文字は3文字以内/タップ」と再依頼させる。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・タップ領域の座標ズレに注意。次回の設定で LINE Official Account Manager の座標と合うか確認。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・「とりあえず1枚」で完成形にしないと次回に持ち越せない。「今日中の完成」をゴールに。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アイコン画像の作成または検索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保険プランナーの公式LINE アイコン画像を5パターン作ってください。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ターゲット: 30代共働き世帯。トーン: 信頼感+親しみ。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私の3軸: ●●●(立ち位置を貼る)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サイズ: 640×640 PNG、背景は明るい単色 or グラデ。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・候補アイコン5パターン(640×640 PNG)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・各パターンの「ターゲットがどう感じるか」コメント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・「人物写真」が一番効くケースが多いと事前に伝える。AI 一辺倒にならないよう注意。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・アイコン候補が増えると決められなくなる。「直感で3秒で選ぶ」ルールを徹底。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・ストックフォト利用時は「ライセンス保存」を忘れさせない。利用規約のスクショ必須。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2026-06-20T15:47:45Z</dcterms:created>
  <dcterms:modified xsi:type="dcterms:W3CDTF">2026-06-20T15:47:45Z</dcterms:modified>
</cp:coreProperties>
</file>