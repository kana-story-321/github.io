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 + アイコン画像の制作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の「見た目」を AI で仕上げ、次回そのまま設定できる素材を完成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リッチメニュー1枚を完成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タップ領域3〜6個の画像を AI で生成し、書き出しまで完了させる。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アイコン画像を準備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 AI またはストックフォトで、3軸トーンに合う1枚を確定。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次回ですぐ設定可能に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画像ファイル(PNG/JPG)とタップ座標表をスプシで保管し、次回はアップロードのみ。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のトーク画面下部に表示される、タップで反応するメニュー画像(2500×1686 推奨)。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アイコン画像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のプロフィール画像。第一印象を決める「丸い小さい1枚」。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画像生成AI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プロンプトで画像を作る AI(Gemini, Midjourney, DALL-E など)。商用利用可否は要確認。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ストックフォト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商用利用可の写真素材サイト(Unsplash, ぱくたそ, photoAC 等)。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最大6分割、各タップ領域に URL や応答を割り当てられる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アイコン画像: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推奨640×640、人物写真かロゴが基本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画像生成AI: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スタイル指示と被写体指示を分けて書くと安定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ストックフォト: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クレジット表記の有無を毎回確認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リッチメニューを AI で作成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【場面】公式LINE のトーク画面下に常時表示される「リッチメニュー」を作りたい。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 LINE 設定する際に、画像ファイルとタップ座標表が手元にある状態にしたい。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画像生成は Gemini / Genspark / Canva のいずれか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と同じメインカラーを画像生成 AI に「カラーコードで」明示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タップ領域はアイコン中心で文字は最小限(3文字以内/タップ)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ワーク01 で作った LP の CTA と「予約」リンクを揃える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【ゴール】6分割または3分割のリッチメニュー画像(2500×1686 PNG)を1枚完成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タップ領域に「予約 / 相談 / 資料」など3つ以上の機能を割り当てる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タップ座標と遷移先 URL の対応表をスプシに書き出す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画像ファイルを Google ドライブの「次回引き継ぎ」フォルダに保存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リッチメニューを AI で作成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デザインの一貫性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と同じ配色・トーンで「同じ人の発信」と分かるか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「LP の色コード ●●● と同じで作って」と画像生成 AI に明示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タップ動線の自然さ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タップ後すぐに「次の一歩」が分かる構成になっているか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予約ボタン → 即「いつが良いか」を聞くメッセージへ繋がるよう設計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ファイル仕様の正しさ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2500×1686 PNG / 1MB 以下 / 文字は読める大きさか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スマホ画面で 1/3 サイズに縮小しても文字が読めるかをチェック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アイコン画像の作成または検索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【場面】公式LINE のプロフィール画像(=アイコン)が、第一印象を決める。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人物写真か、AI 生成のロゴ風画像か、ストックフォトから選ぶか — 自分に合う1枚を確定する。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人物写真の場合: 明るい背景、笑顔、上半身、正方形にトリミング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生成の場合: 「保険プランナー向け、信頼感のあるロゴ風アイコン、●●色」と指示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ストックフォトの場合: 商用利用可+クレジット表記の有無を確認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アイコンと LP/リッチメニューの「色味の一貫性」を必ず確認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【ゴール】640×640 のアイコン画像(PNG/JPG)を1枚確定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「人物写真」「AI生成ロゴ」「ストックフォト」のいずれかから決定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3軸のトーン(信頼感/親しみ など)に合う画像を選ぶ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次回設定でそのまま使える形で「次回引き継ぎ」フォルダに保存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アイコン画像の作成または検索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第一印象の強度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小さいサムネイル(80×80px 程度)でも何の人か分かるか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プレビューを縮小して確認、見えにくければトリミング or 拡大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3軸との一致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アイコンを見ただけで「3軸の立ち位置」が伝わるか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「3軸を AI に貼り、このトーンに合うアイコン案を5パターン」と頼む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利用権の安全性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商用利用可で、トラブルにならない素材か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人物写真は本人の許可、ストックフォトはライセンス条項を保存しておく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リッチメニューも AI 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デザイン知識ゼロでも、AI とテンプレで「使える1枚」が今日完成する。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アイコンは一貫性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LP・リッチメニューと同じトーンで揃えると、信頼感が一気に上がる。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次回はアップロードだけ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画像と座標表をフォルダにまとめれば、次回の LINE 設定は10分で終わる。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