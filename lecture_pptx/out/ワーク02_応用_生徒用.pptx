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94560"/>
            <a:ext cx="9144000" cy="457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LP → 公式LINE 連携を本番運用へ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AIDMA を回して、登録率と予約率を数字で改善する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286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学習目標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146304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64592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94360" y="22402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登録率を計測する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292608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LP 訪問数→公式LINE 登録の割合を毎週確認できる状態にする。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146304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29000" y="164592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429000" y="22402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配信PDCA を回す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429000" y="292608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反応率をもとに次回配信を AI と一緒に改善するサイクルを定着させる。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80760" y="146304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63640" y="164592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263640" y="22402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リッチメニュー+導線完成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263640" y="292608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公式LINE のリッチメニューを設置し、LP→LINE→予約 を一本化する。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286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STEP1: 抑えておきたい KPI と用語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7315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STEP1: 用語・前提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0"/>
            <a:ext cx="1943100" cy="3108960"/>
          </a:xfrm>
          <a:prstGeom prst="roundRect">
            <a:avLst>
              <a:gd name="adj" fmla="val 3765"/>
            </a:avLst>
          </a:prstGeom>
          <a:solidFill>
            <a:srgbClr val="FFFFFF"/>
          </a:solidFill>
          <a:ln w="19050">
            <a:solidFill>
              <a:srgbClr val="0E7C8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80160"/>
            <a:ext cx="1943100" cy="457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325880"/>
            <a:ext cx="17602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CVR(コンバージョン率)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874520"/>
            <a:ext cx="16687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LP 訪問者のうち、目的の行動(LINE登録/予約)に進んだ割合。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537460" y="1280160"/>
            <a:ext cx="1943100" cy="3108960"/>
          </a:xfrm>
          <a:prstGeom prst="roundRect">
            <a:avLst>
              <a:gd name="adj" fmla="val 3765"/>
            </a:avLst>
          </a:prstGeom>
          <a:solidFill>
            <a:srgbClr val="FFFFFF"/>
          </a:solidFill>
          <a:ln w="19050">
            <a:solidFill>
              <a:srgbClr val="0E7C8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37460" y="1280160"/>
            <a:ext cx="1943100" cy="457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1" name="Text 9"/>
          <p:cNvSpPr/>
          <p:nvPr/>
        </p:nvSpPr>
        <p:spPr>
          <a:xfrm>
            <a:off x="2628900" y="1325880"/>
            <a:ext cx="17602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リーチ/開封率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674620" y="1874520"/>
            <a:ext cx="16687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LINE 配信が「届いた人/読まれた割合」。開封率が低いと配信内容を見直す。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63440" y="1280160"/>
            <a:ext cx="1943100" cy="3108960"/>
          </a:xfrm>
          <a:prstGeom prst="roundRect">
            <a:avLst>
              <a:gd name="adj" fmla="val 3765"/>
            </a:avLst>
          </a:prstGeom>
          <a:solidFill>
            <a:srgbClr val="FFFFFF"/>
          </a:solidFill>
          <a:ln w="19050">
            <a:solidFill>
              <a:srgbClr val="0E7C8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63440" y="1280160"/>
            <a:ext cx="1943100" cy="457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0" y="1325880"/>
            <a:ext cx="17602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A/B テスト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00600" y="1874520"/>
            <a:ext cx="16687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同じ目的に対し2案を出し、反応のよい方を採用する検証手法。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789420" y="1280160"/>
            <a:ext cx="1943100" cy="3108960"/>
          </a:xfrm>
          <a:prstGeom prst="roundRect">
            <a:avLst>
              <a:gd name="adj" fmla="val 3765"/>
            </a:avLst>
          </a:prstGeom>
          <a:solidFill>
            <a:srgbClr val="FFFFFF"/>
          </a:solidFill>
          <a:ln w="19050">
            <a:solidFill>
              <a:srgbClr val="0E7C8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789420" y="1280160"/>
            <a:ext cx="1943100" cy="457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9" name="Text 17"/>
          <p:cNvSpPr/>
          <p:nvPr/>
        </p:nvSpPr>
        <p:spPr>
          <a:xfrm>
            <a:off x="6880860" y="1325880"/>
            <a:ext cx="17602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PDCA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926580" y="1874520"/>
            <a:ext cx="16687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Plan(計画)→Do(実行)→Check(検証)→Act(改善)を回す業務サイクル。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11480" y="466344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 CVR(コンバージョン率): 保険LPの目安は1〜5%、低くても3ヶ月の傾向で判断   ※ リーチ/開封率: 読まれない=つまらない の合図   ※ A/B テスト: まずは件名や CTA 文言から試すと差が出やすい   ※ PDCA: AIに「Check と Act」を手伝わせると速い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286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演習1 LP の効果を AI で分析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4160520" cy="1783080"/>
          </a:xfrm>
          <a:prstGeom prst="roundRect">
            <a:avLst>
              <a:gd name="adj" fmla="val 4103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960120"/>
            <a:ext cx="73152" cy="178308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6" name="Text 4"/>
          <p:cNvSpPr/>
          <p:nvPr/>
        </p:nvSpPr>
        <p:spPr>
          <a:xfrm>
            <a:off x="576072" y="105156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📍 シチュエーション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12648" y="1417320"/>
            <a:ext cx="377647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【場面】LP公開から2週間。アクセス解析(Google Analytics 等)はあるが、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数字を見てもどう改善すればいいか分からない。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11480" y="2834640"/>
            <a:ext cx="4160520" cy="2011680"/>
          </a:xfrm>
          <a:prstGeom prst="roundRect">
            <a:avLst>
              <a:gd name="adj" fmla="val 3636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2834640"/>
            <a:ext cx="73152" cy="201168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576072" y="292608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💭 プロンプトのヒント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12648" y="3291840"/>
            <a:ext cx="377647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スクショまたはCSV をそのままチャット欄に貼り、「分析して」と頼む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「離脱ポイント」「読了率」「CTA クリック率」の観点を AI に明示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改善案は具体的アクション(変更箇所+文言案)まで書かせる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663440" y="960120"/>
            <a:ext cx="4160520" cy="3886200"/>
          </a:xfrm>
          <a:prstGeom prst="roundRect">
            <a:avLst>
              <a:gd name="adj" fmla="val 1882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960120"/>
            <a:ext cx="73152" cy="3886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4" name="Text 12"/>
          <p:cNvSpPr/>
          <p:nvPr/>
        </p:nvSpPr>
        <p:spPr>
          <a:xfrm>
            <a:off x="4828032" y="105156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🎯 AIに作ってもらいたいもの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64608" y="1417320"/>
            <a:ext cx="3776472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【ゴール】過去2週間の LP アクセスデータを AI に渡し、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・現状の CVR と離脱ポイントを言語化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・改善案を「優先度高/中/低」で5つ提示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・来週試す改善1点を決める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286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演習1 LP の効果を AI で分析 — 観点別チェック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7315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プロンプトをさらにブラッシュアップ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188720"/>
            <a:ext cx="2651760" cy="3520440"/>
          </a:xfrm>
          <a:prstGeom prst="roundRect">
            <a:avLst>
              <a:gd name="adj" fmla="val 2759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188720"/>
            <a:ext cx="2651760" cy="41148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22529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76072" y="16916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A. データの渡し方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76072" y="219456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生データだけでなく「目的(=私が知りたいこと)」も伝えているか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76072" y="338328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「LP 改善の優先順位を決めたい」と先に目的を書いてから貼る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46120" y="1188720"/>
            <a:ext cx="2651760" cy="3520440"/>
          </a:xfrm>
          <a:prstGeom prst="roundRect">
            <a:avLst>
              <a:gd name="adj" fmla="val 2759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1188720"/>
            <a:ext cx="2651760" cy="41148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3" name="Text 11"/>
          <p:cNvSpPr/>
          <p:nvPr/>
        </p:nvSpPr>
        <p:spPr>
          <a:xfrm>
            <a:off x="3337560" y="122529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B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10712" y="16916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B. 比較軸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410712" y="219456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「先週と今週」「LP公開前後」など比較軸を含めて見ているか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410712" y="338328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AI に「比較できる軸を3つ提案して」と先に聞いてから分析させる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80760" y="1188720"/>
            <a:ext cx="2651760" cy="3520440"/>
          </a:xfrm>
          <a:prstGeom prst="roundRect">
            <a:avLst>
              <a:gd name="adj" fmla="val 2759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80760" y="1188720"/>
            <a:ext cx="2651760" cy="41148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9" name="Text 17"/>
          <p:cNvSpPr/>
          <p:nvPr/>
        </p:nvSpPr>
        <p:spPr>
          <a:xfrm>
            <a:off x="6172200" y="122529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C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45352" y="16916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C. 実行可能性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245352" y="219456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改善案が「自分が今週中に1人でできる」レベルに落ちているか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45352" y="338328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「自分1人で30分以内」の制約を AI に伝えると現実的な案になる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286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演習2 リッチメニュー+導線完成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4160520" cy="1783080"/>
          </a:xfrm>
          <a:prstGeom prst="roundRect">
            <a:avLst>
              <a:gd name="adj" fmla="val 4103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960120"/>
            <a:ext cx="73152" cy="178308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6" name="Text 4"/>
          <p:cNvSpPr/>
          <p:nvPr/>
        </p:nvSpPr>
        <p:spPr>
          <a:xfrm>
            <a:off x="576072" y="105156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📍 シチュエーション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12648" y="1417320"/>
            <a:ext cx="377647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【場面】LP→公式LINE 登録 まではできた。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しかし LINE 内の動線(リッチメニュー)がなく、登録後の次の一歩が示せていない。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11480" y="2834640"/>
            <a:ext cx="4160520" cy="2011680"/>
          </a:xfrm>
          <a:prstGeom prst="roundRect">
            <a:avLst>
              <a:gd name="adj" fmla="val 3636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2834640"/>
            <a:ext cx="73152" cy="201168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576072" y="292608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💭 プロンプトのヒント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12648" y="3291840"/>
            <a:ext cx="377647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画像生成は Gemini/Genspark/Canva のいずれか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タップ数は3つに絞り、優先度を「予約&gt;相談&gt;資料」の順に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テストは自分の個人LINE で必ず1往復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663440" y="960120"/>
            <a:ext cx="4160520" cy="3886200"/>
          </a:xfrm>
          <a:prstGeom prst="roundRect">
            <a:avLst>
              <a:gd name="adj" fmla="val 1882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960120"/>
            <a:ext cx="73152" cy="3886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4" name="Text 12"/>
          <p:cNvSpPr/>
          <p:nvPr/>
        </p:nvSpPr>
        <p:spPr>
          <a:xfrm>
            <a:off x="4828032" y="105156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🎯 AIに作ってもらいたいもの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64608" y="1417320"/>
            <a:ext cx="3776472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【ゴール】公式LINE のリッチメニューを設置し、LP→LINE→予約 を一本化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・3軸トーンに合うリッチメニュー画像を AI 生成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・タップ領域に「予約」「資料」「相談」を配置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・テスト配信で意図通り遷移するかを確認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286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演習2 リッチメニュー+導線完成 — 観点別チェック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7315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プロンプトをさらにブラッシュアップ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188720"/>
            <a:ext cx="2651760" cy="3520440"/>
          </a:xfrm>
          <a:prstGeom prst="roundRect">
            <a:avLst>
              <a:gd name="adj" fmla="val 2759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188720"/>
            <a:ext cx="2651760" cy="41148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22529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76072" y="16916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A. デザインの一貫性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76072" y="219456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LP と同じ配色/フォント感で「同じ人の発信」と分かるか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76072" y="338328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「LP の色コードと同じで作って」と画像生成 AI に明示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46120" y="1188720"/>
            <a:ext cx="2651760" cy="3520440"/>
          </a:xfrm>
          <a:prstGeom prst="roundRect">
            <a:avLst>
              <a:gd name="adj" fmla="val 2759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1188720"/>
            <a:ext cx="2651760" cy="41148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3" name="Text 11"/>
          <p:cNvSpPr/>
          <p:nvPr/>
        </p:nvSpPr>
        <p:spPr>
          <a:xfrm>
            <a:off x="3337560" y="122529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B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10712" y="16916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B. 押したくなる導線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410712" y="219456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タップ後すぐに「次の一歩」が分かる構成になっているか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410712" y="338328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予約ボタンを押すと、即「いつが良いか」を聞くメッセージにする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80760" y="1188720"/>
            <a:ext cx="2651760" cy="3520440"/>
          </a:xfrm>
          <a:prstGeom prst="roundRect">
            <a:avLst>
              <a:gd name="adj" fmla="val 2759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80760" y="1188720"/>
            <a:ext cx="2651760" cy="41148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9" name="Text 17"/>
          <p:cNvSpPr/>
          <p:nvPr/>
        </p:nvSpPr>
        <p:spPr>
          <a:xfrm>
            <a:off x="6172200" y="122529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C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45352" y="16916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C. 計測の仕組み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245352" y="219456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「どのボタンが押されたか」を後で振り返れる仕組みがあるか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45352" y="338328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UTMパラメータかタグ機能で「クリック元」を区別して保存させる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今日の持ち帰り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1371600" cy="4572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463040"/>
            <a:ext cx="8229600" cy="960120"/>
          </a:xfrm>
          <a:prstGeom prst="roundRect">
            <a:avLst>
              <a:gd name="adj" fmla="val 5714"/>
            </a:avLst>
          </a:prstGeom>
          <a:solidFill>
            <a:srgbClr val="2A4A75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2763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371600" y="160020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数字で判断、AIで改善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71600" y="196596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C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CVRと開封率を週1で確認、AIに改善案を出してもらう。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606040"/>
            <a:ext cx="8229600" cy="960120"/>
          </a:xfrm>
          <a:prstGeom prst="roundRect">
            <a:avLst>
              <a:gd name="adj" fmla="val 5714"/>
            </a:avLst>
          </a:prstGeom>
          <a:solidFill>
            <a:srgbClr val="2A4A75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77063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371600" y="274320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導線は一本化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71600" y="310896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C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LP→LINE→予約 のどこを切っても「次の一歩」が見えるよう設計。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749040"/>
            <a:ext cx="8229600" cy="960120"/>
          </a:xfrm>
          <a:prstGeom prst="roundRect">
            <a:avLst>
              <a:gd name="adj" fmla="val 5714"/>
            </a:avLst>
          </a:prstGeom>
          <a:solidFill>
            <a:srgbClr val="2A4A75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91363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371600" y="388620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まず3ヶ月続ける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71600" y="425196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C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PDCA は3ヶ月続けないと傾向が見えない。日次は気にしない。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2026-06-20T14:45:05Z</dcterms:created>
  <dcterms:modified xsi:type="dcterms:W3CDTF">2026-06-20T14:45:05Z</dcterms:modified>
</cp:coreProperties>
</file>