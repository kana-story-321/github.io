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選んだ作り方で 動くボットを作る(NotebookLM or GAS)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全体の道のり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3つのステップで 営業ノウハウAI を完成させます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何を作るか、どんなノウハウを集めるかを決める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056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7660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64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64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119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119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 or GAS で 動くボットを作る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568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172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76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631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631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 10質問で動作確認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今日は「ステップ②」= 選んだ作り方でボットを実装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今日のゴール ─ 動くボットを完成させる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昨日の設計書を "実際に質問できる AIボット" 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作るもの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若手が質問 → 20〜30秒で トップ営業マンのノウハウに沿った回答が返る 状態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5176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📚  NotebookLM 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資料アップ + カスタム指示 でトーン固定 → 若手にURL共有 で完成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⚙  GAS 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ノウハウマスタ + GAS + サイドバー UI で、履歴分析・独自機能追加も可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 選んだ方だけ実装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で選択した方の手順書に沿って進めば OK、両方はやらない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2つの作り方 それぞれの手順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で選んだ方を、手順書に沿って進めます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233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A: NotebookLM 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ノウハウ資料(PDF or Docs)を用意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NotebookLM に資料をアップ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カスタム指示でトーン固定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動作テストして 若手に URL 共有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(所要時間: 15〜30分)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8016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B: GAS 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W2_ノウハウマスタ.xlsx をスプシに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GAS + Sidebar.html を貼付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Gemini APIキー を設定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testSetup → メニューから動作確認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(所要時間: 20〜40分)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今日やることは、選んだ方によって違います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同梱「W2_セットアップ手順_〇〇版.md」を横に置いて進めましょう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2646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A: 資料を用意する(NotebookLM 版)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ノウハウを PDF or Google Docs にまとめる。W2_ノウハウマスタ.xlsx を PDF 出力でもOK。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42646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A: NotebookLM で Gem 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ノートブック作成 → 資料アップ → カスタム指示でトーン設定 → テスト。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00380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B: GAS のセットアップ(GAS 版)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スプシで開く → GAS 貼付 → API キー設定 → testSetup で動作確認。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00380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B: サイドバーで質問テスト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「▶ ボットを開く」→ サイドバーで質問 → 回答が返ることを確認。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434840"/>
            <a:ext cx="83210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選んだ方の手順だけ進める、両方触ると混乱します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─ セットアップして "1つ目の質問" が返るまで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選んだ方の手順書に沿って、初回の動作確認をゴールに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で選んだ作り方に応じて: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A: NotebookLM 版 → 「W2_セットアップ手順_NotebookLM版.md」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B: GAS 版 → 「W2_セットアップ手順_GAS版.md」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を開いて、Step 1 から順に進めます。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ゴール: 「初回訪問で緊張、話の切り出し方は?」に対して 回答が返る状態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Gemini に「このエラーどう直す?」貼付ける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完璧を目指さない、まず1つ質問が返れば 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設定で詰まったら 手順書の該当章を再読(飛ばさない)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「安全ではない...」画面は 自分のスクリプト・ノートだから許可でOK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手順書を横に開く(NotebookLM版 or GAS版のどちらか)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1〜4 を順にこなす(所要時間: 15〜30分)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初回動作確認 = 手順書の "動作テスト1" を実行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期待通りの回答が返るか目視(共感+セリフ例が入っているか)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手順書のトラブルシューティング表を確認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ここができれば、AIボットは動いています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手順書の Step 1〜4 が全て完了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"初回訪問の話の切り出し方" を質問して回答が返る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回答に 共感+結論+セリフ例+応用のコツ が入っている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(GAS版)質問履歴シートに 1行 追加されている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APIキー(GAS版)を コードに直書き → 情報漏洩リスク、絶対NG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エラー放置で次に進む → 後で原因不明で詰まる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トーン設定を省略 → 汎用AI と変わらない回答に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"設定した" だけで動作確認しない → デプロイ時に気付いて手戻り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─ ノウハウを増やす + トーンを微調整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動く状態から "使える状態" に、5〜10件のノウハウ追加+トーン調整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記入見本 20件 のノウハウ + 顧客タイプ 8件 で 基本は動きます。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ここに あなたの会社のノウハウを 5〜10件 追加します。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また、AIの回答を見て "トーンがちょっと違うな" と感じたら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設計書のトーン設定を見直して、AI に反映します。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ノウハウ追加は "ベテランに聞いた1件" から。全部一度に追加は不要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トーンは 若手営業に実際に読ませて「先輩っぽい?」を聞くのが確実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独自ノウハウは "うちの営業らしさ" が出るものを優先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追加のたびに 質問→回答テスト、地道な反復が精度を上げる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(GAS版)ノウハウマスタに 5〜10件 独自のノウハウを追加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(NotebookLM版)資料に 5〜10件 追記して 再アップロード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AIに再度質問 → 追加したノウハウが回答に反映されるか確認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トーンが期待と違えば、W1「5_トーン設計」を見直して 反映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(GAS版) Code_営業ノウハウAI.gs の TONE 定数を修正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(NotebookLM版) カスタム指示を修正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ここまで来れば、ステップ② は完了です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ノウハウを 5〜10件 追加できた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追加後、AI の回答が変化したことを確認できた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トーン(先輩っぽさ・共感)が 期待通りに調整された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3〜5個の質問で 安定した回答が返るようになった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ノウハウ追加なし → 汎用性は高いが うちらしさゼロ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トーン調整なし → 若手に響かない、"AI感" 丸出しの回答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質問1つだけで満足 → デプロイ後に色々な質問で崩れる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独自の "うちの強み" が入っていない → 市販ツールと変わらない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ステップ② 完了 = 動くAIボット が手に入りました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ボットが完成しました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 → 20〜30秒で トップ営業マンのノウハウに沿った回答が返る 状態に。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独自ノウハウが入った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記入見本+5〜10件の自社ノウハウで、"うちらしさ" が回答に反映される状態に。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109728" cy="109728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130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次は「ステップ③ デプロイとテスト」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みんなが使える形に共有し、10質問で 動作確認+運用ルール決定。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2026-07-30T00:20:10Z</dcterms:created>
  <dcterms:modified xsi:type="dcterms:W3CDTF">2026-07-30T00:20:10Z</dcterms:modified>
</cp:coreProperties>
</file>