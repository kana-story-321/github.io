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設計書を作る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 "何を答える AI か" をハッキリ決めてから、実装に進もう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今日のゴール ─ 何を作るのか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3日間で、こんなAIボットを作ります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作るもの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若手営業が「こういう時どうする?」と聞いたら、トップ営業マンならこう答える と返してくれる AIボット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5176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 若手が悩んだ時に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面談前の準備・面談後の反省で、上司に聞きにくい "こういう時どうする?" を1人で聞ける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5176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📚  トップ営業の知恵を根拠に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242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田中部長・佐藤課長 等のノウハウをデータ化、そこから答える(汎用AI とは違う "うちらしさ")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65176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 決めゼリフ付き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「こう言えばOK」の具体的セリフ例まで教えてくれるので 若手がすぐ実践できる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全体の道のり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3つのステップで 営業ノウハウAI を完成させます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設計書を作る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何を作るか、どんなノウハウを集めるかを決める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2056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7660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664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59664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119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119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NotebookLM or GAS で 動くボットを作る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8568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4172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176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176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631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デプロイとテスト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631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みんなが使える形にして 10質問で動作確認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8620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今日は「ステップ①」= 設計書を作る からスタート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なぜ「設計書」から作るのか?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いきなり NotebookLM や GAS を触り始めると、後で困ります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2336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いきなり作り始めると…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" y="1938528"/>
            <a:ext cx="35844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どんな質問を想定するか固まらず、集めるノウハウがブレる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ノウハウの粒度がバラバラ(1行のもの / 5ページのもの が混在)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のトーンが決まらず、若手に響かない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作った後で「うちらしさが出てない」と気付く → 作り直し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80160"/>
            <a:ext cx="40233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先に設計書を作ると…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8616" y="1938528"/>
            <a:ext cx="35844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「何を答える AI か」がハッキリ、ブレない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集めるノウハウの範囲・形式・件数が明確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AIのトーン(先輩っぽい/丁寧 等)を先に固定できる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うちの強み(独自ノウハウ)を組み込む場所が明確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今日「設計書」に決めることは、この5つ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W1_設計書テンプレート.xlsx の 5シートに埋めていきます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42646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目的とゴール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誰が使う? どんな場面で? 何を答えてほしい? 答えないこと(禁止事項)は?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142646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ノウハウデータ設計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どんなカテゴリで集めるか(初回訪問/ヒアリング/反対処理 等)、目安件数は?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" y="3003804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質問カテゴリ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若手からどんな質問が来るか、10〜20パターンを洗い出す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3003804"/>
            <a:ext cx="502920" cy="50292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作り方の選択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NotebookLM 版 or GAS 版 のどちらで作るか、選んだ理由も書く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434840"/>
            <a:ext cx="8321040" cy="4114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4348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★ さらに: AIのトーン(話し方)も 別シートで言語化する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─ 目的・ノウハウデータ・質問カテゴリを決める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同梱「W1_設計書テンプレート.xlsx」の シート1〜3 を埋めます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まず「誰に何を答える AI か」を決めます。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次に「どんなノウハウを集めるか」の カテゴリと目安件数 を決めます。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最後に「若手からの想定質問」を10〜20パターン書き出します。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この質問リストが 後で テストシナリオになります。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「AI、若手営業向けの ノウハウAI を作りたい。目的はこれ、集めるべきカテゴリを提案して」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完璧を目指さない、まず 8カテゴリ×5件 = 40件のノウハウ目標で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想定質問は "自分が若手時代に困ったこと" を思い出して書き出すと生きた質問に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カテゴリを増やしすぎない、10個超えるとメンテできない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W1設計書テンプレートを開き、まず「完成見本」を眺めて掴む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シート「1_目的とゴール」で 7項目を埋める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シート「2_ノウハウデータ設計」で 8カテゴリの目安件数を決める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シート「3_質問カテゴリ」で 想定質問を10〜20 書き出す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質問と ノウハウカテゴリの紐付けを意識(質問→どのカテゴリで答える?)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ここができていれば、演習2 に進めます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「誰が使う / 何を答える AI か」が具体的に言語化された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ノウハウのカテゴリが 5〜10 決まっている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各カテゴリの目安件数が書かれている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想定質問が 10〜20 パターン書き出された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目的が曖昧 → 集めるノウハウがブレる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カテゴリなしで進める → ノウハウが散らかる、更新できなくなる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質問例が少ない(5個以下) → テストで抜けが出る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汎用的すぎるカテゴリ → うちの強みが反映されない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─ 作り方の選択 と AIのトーン設計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NotebookLM 版 or GAS 版 を選び、AI の話し方を決めます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2つの作り方があります: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A: NotebookLM 版(コード不要、資料アップだけ、超簡単)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B: GAS 版(UI自由、履歴分析可、継続運用向き)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自社の使い方に合う方を1つ選び、選んだ理由を書きます。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さらに、AIの "話し方(トーン)" を決めます。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同じ内容でも 先輩っぽく話すか / 丁寧に話すか で 受け取り方が変わります。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迷ったら NotebookLM 版から始める(1時間で試せる)、後から GAS 版に移行も可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トーンは "先輩っぽく" + "共感入れる" が 若手に響きやすい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回答構造は "結論 → 理由 → セリフ例 → コツ" の4段が読みやすい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避ける表現は 法的リスク回避(税務・投資・商品推奨) と 汎用性 の観点で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シート「4_作り方の選択」で 2つを比較 → 1つ選ぶ + 理由を書く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選ぶ判断軸: すぐ試したい(NotebookLM)/ 継続運用したい(GAS)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シート「5_トーン設計」で 話し方・文の長さ・回答構造を決める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「トップ営業ならこう言う: 〇〇」の決めゼリフ形式を採用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避ける表現(断定/個別商品名/他社批判) を明記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ここができれば、設計書は完成 = W2 の指示書ができました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作り方が1つ選べた + 選んだ理由が3〜5行で書けた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のトーンが 6項目 全て言語化された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避ける表現が明記された(断定・商品推奨・他社批判)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「これを AI に読ませたら うちらしい回答が出そう」感覚がある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作り方選びが曖昧 → W2 で何を作るか固まらない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トーンが決まっていない → AI 回答が汎用的、若手に響かない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禁止事項が空欄 → 法的リスクのある回答が出るかも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完成見本を丸コピー → 自社の強みが反映されない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ステップ① 完了 = 設計書 = AI への指示書 が完成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109728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 5シートが埋まった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目的・ノウハウ・質問・作り方・トーン の 5面が言語化。W2 で 迷わず実装できる。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68880"/>
            <a:ext cx="109728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7860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作り方(A: NotebookLM / B: GAS)を決めた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選択に応じて W2 の道が分岐、両方とも教材が用意されているので迷わず進める。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03320"/>
            <a:ext cx="109728" cy="109728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1304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次は「ステップ② バイブコーディング」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設計書を持って、選んだ方の手順書に沿って 実際に動くボットを作ります。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2026-07-30T00:20:10Z</dcterms:created>
  <dcterms:modified xsi:type="dcterms:W3CDTF">2026-07-30T00:20:10Z</dcterms:modified>
</cp:coreProperties>
</file>