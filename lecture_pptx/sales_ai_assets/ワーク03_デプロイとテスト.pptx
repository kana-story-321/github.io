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146304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 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みんなが使える形にして、10質問で動作確認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全体の道のり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3つのステップで 営業ノウハウAI を完成させます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ステップ①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設計書を作る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何を作るか、どんなノウハウを集めるかを決める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2056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7660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9664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359664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ステップ②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4119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バイブコーディング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4119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or GAS で 動くボットを作る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85688" y="2331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▶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41720" y="1417320"/>
            <a:ext cx="2590800" cy="2194560"/>
          </a:xfrm>
          <a:prstGeom prst="roundRect">
            <a:avLst>
              <a:gd name="adj" fmla="val 5000"/>
            </a:avLst>
          </a:prstGeom>
          <a:solidFill>
            <a:srgbClr val="0E7C86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61760" y="1737360"/>
            <a:ext cx="1950720" cy="457200"/>
          </a:xfrm>
          <a:prstGeom prst="roundRect">
            <a:avLst>
              <a:gd name="adj" fmla="val 12000"/>
            </a:avLst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61760" y="1737360"/>
            <a:ext cx="195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ステップ③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6312" y="2331720"/>
            <a:ext cx="22616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デプロイとテスト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6312" y="2880360"/>
            <a:ext cx="2261616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みんなが使える形にして 10質問で動作確認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832104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388620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今日は「ステップ③」= デプロイとテスト、いよいよ最終日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今日のゴール ─ 若手全員が使える状態に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"作ったボット" を "使ってもらうボット" に仕上げます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234440"/>
          </a:xfrm>
          <a:prstGeom prst="roundRect">
            <a:avLst>
              <a:gd name="adj" fmla="val 5926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■ 作るもの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73352"/>
            <a:ext cx="7955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「若手全員がアクセス可 + 10質問で動作確認済み + 運用ルール確定」の状態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651760"/>
            <a:ext cx="2651760" cy="38404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🌐  若手に配布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778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NotebookLM版 → 共有URL / GAS版 → スプシ共有 or Webアプリ URL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651760"/>
            <a:ext cx="265176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🧪  10質問でテスト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9242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同梱「W3_テストデータ.xlsx」の10パターンで 精度と傾向を把握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265176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80760" y="2651760"/>
            <a:ext cx="2651760" cy="38404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8" name="Text 16"/>
          <p:cNvSpPr/>
          <p:nvPr/>
        </p:nvSpPr>
        <p:spPr>
          <a:xfrm>
            <a:off x="6190488" y="2670048"/>
            <a:ext cx="24323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📋  運用ルール確定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27064" y="315468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誰が使う / 更新頻度 / 個人情報の扱い / 顧客への活かし方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デプロイ前に決めておく 5つのこと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運用ルールが曖昧だと、便利ツールが放置ツールに…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26464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5778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誰が使う?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1264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新人・若手中心 / ベテランは "月1回ノウハウ追加" 担当 / 管理職は "履歴分析" 担当。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9744" y="1426464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4809744" y="1426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40680" y="141732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アクセス範囲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05740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個人情報を扱うので "全員公開" はNG、Workspace内 or 特定ユーザー に限定。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7784" y="3003804"/>
            <a:ext cx="502920" cy="502920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8872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ノウハウ更新は誰が?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264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ベテラン営業(月1回、5-10分)で追加。質問履歴を見返す担当も決める。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2857500"/>
            <a:ext cx="4069080" cy="1440180"/>
          </a:xfrm>
          <a:prstGeom prst="roundRect">
            <a:avLst>
              <a:gd name="adj" fmla="val 5079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003804"/>
            <a:ext cx="502920" cy="502920"/>
          </a:xfrm>
          <a:prstGeom prst="ellipse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4809744" y="30038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440680" y="299466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顧客情報の扱い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634740"/>
            <a:ext cx="3666744" cy="5257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質問には 顧客名・電話番号 を含めない、"40代高血圧の男性" 等の属性表現で。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4434840"/>
            <a:ext cx="8321040" cy="41148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411480" y="443484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★ さらに: AI 回答は "参考"、判断は 人、そのまま顧客に伝えない というルールも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─ デプロイ(選んだ作り方に応じて)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「W3_デプロイ手順書.md」に沿って 若手全員に配布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W1 で選んだ作り方に応じて、配布方法が変わります。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 版: ノートブックを共有(閲覧+チャット可能)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 版: スプシ共有 or Web アプリ URL 発行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いずれも "個人情報を扱うため 全員公開はNG、Workspace内 or 特定ユーザーに限定"。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アクセス範囲を "全員(公開)" にしない、顧客情報のリスク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若手には "使い方1枚メモ" を添付(何を聞いていい/悪い を明記)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最初の1週間は 横で見ながら使い方をレクチャー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Slack で "〇〇さんが今日 AI に聞きました!" と紹介、利用促進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手順書「W3_デプロイ手順書.md」を横に開く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NotebookLM版: 共有設定(閲覧+チャット可)+ URL を Slack で配布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GAS版(サイドバー): スプシ共有(編集者権限を Workspace内 に)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GAS版(Webアプリ): デプロイ → URL 発行 → 別ブラウザで動作確認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若手2〜3名で "実際に使ってみて" フィードバック取得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ここができれば、配布完了です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若手営業(2〜3名)が実際にアクセスして使えた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アクセス範囲が Workspace内 に絞られている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使い方1枚メモが配布されている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"何を聞いていい / 聞かないほうがいい" のルールが共有された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アクセス範囲が "全員(公開)" → 情報漏洩リスク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使い方説明なしで URL だけ配布 → 若手が使い方分からず放置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ルールなしで運用開始 → 顧客情報が質問に混じる事故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自分だけ動作確認 → 別ユーザーで動かない状態のまま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─ 10質問テスト + 運用ルール決定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「W3_テストデータ.xlsx」の10パターンで 精度確認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F4F6F9"/>
          </a:solidFill>
          <a:ln w="25400">
            <a:solidFill>
              <a:srgbClr val="1F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📌 シチュエーション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1546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同梱「W3_テストデータ.xlsx」の 10 パターン(初回訪問/ヒアリング/反対処理/経営者/シニア 等) を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順に AIボットに投げて、期待回答の骨子と 実回答を比較します。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 "テスト結果記録" シートに ○△× で記録、傾向を把握します。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さらに、継続運用のためのルールを チームで合意します。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3063240"/>
            <a:ext cx="3429000" cy="1874520"/>
          </a:xfrm>
          <a:prstGeom prst="roundRect">
            <a:avLst>
              <a:gd name="adj" fmla="val 3902"/>
            </a:avLst>
          </a:prstGeom>
          <a:solidFill>
            <a:srgbClr val="FFF3E0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15468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AIとの壁打ちヒント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3538728"/>
            <a:ext cx="3081528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10質問全部で一気にテスト、傾向が見える(1問だけでは判断できない)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期待未達 = "ダメ" ではなく "改善のヒント"、ノウハウ追加のトリガー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運用ルールは 紙(スプシ)に残す → 口約束は忘れられる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半年後の見直しタイミングも同時に決めておく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234440"/>
            <a:ext cx="46634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69080" y="1234440"/>
            <a:ext cx="466344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4206240" y="12344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今日やること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88536" y="1874520"/>
            <a:ext cx="4224528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10テスト質問を順に AIボットに投げる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実回答と "期待回答の骨子" を比較、○△× で記録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カテゴリ一致 / キーメッセージ一致 / トーン適切 / セリフあり の4観点で評価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期待未達の質問は W2 に戻り ノウハウ追加 or トーン調整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運用ルールをスプシに書き残す(週次/月次の更新担当と手順)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の 完了チェック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ここまで来れば、営業ノウハウAI ボット 完成です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E6F4EA"/>
          </a:solidFill>
          <a:ln w="2540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✅ できていればOK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10質問全て実行、○△×で結果記録済み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カテゴリ・キーメッセージ・トーン・セリフの4観点で評価済み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期待未達の質問はノウハウ追加リストに入っている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運用ルール(誰が/いつ/何を更新/顧客への活かし方)が明文化された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86300" y="1280160"/>
            <a:ext cx="4046220" cy="3017520"/>
          </a:xfrm>
          <a:prstGeom prst="roundRect">
            <a:avLst>
              <a:gd name="adj" fmla="val 3030"/>
            </a:avLst>
          </a:prstGeom>
          <a:solidFill>
            <a:srgbClr val="FDECEA"/>
          </a:solidFill>
          <a:ln w="25400">
            <a:solidFill>
              <a:srgbClr val="C76B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solidFill>
            <a:srgbClr val="C76B7A"/>
          </a:solidFill>
          <a:ln/>
        </p:spPr>
      </p:sp>
      <p:sp>
        <p:nvSpPr>
          <p:cNvPr id="11" name="Text 9"/>
          <p:cNvSpPr/>
          <p:nvPr/>
        </p:nvSpPr>
        <p:spPr>
          <a:xfrm>
            <a:off x="4686300" y="1280160"/>
            <a:ext cx="40462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⚠️ 漏れがあると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38528"/>
            <a:ext cx="36804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テストなしでデプロイ → 現場で期待外の挙動、信頼失う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運用ルール曖昧 → 「担当が確認」で結局誰も更新しない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個人情報を含む質問を許可 → 情報漏洩リスク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半年後の見直しタイミング未定 → 一度作って放置される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3日間の成果 と これから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ステップ③ 完了 = 営業ノウハウAI ボット が現場で使える状態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09728" cy="10972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4416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AIボットが完成しました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 → 実装 → デプロイ&amp;テスト の3ステップで、トップ営業マンの知恵を AI化 できました。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468880"/>
            <a:ext cx="109728" cy="10972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57860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継続的にノウハウが増える仕組み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97180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月1回ベテランがノウハウ追加、質問履歴から抜けを発見。使うほど賢くなるボットに。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1480" y="3703320"/>
            <a:ext cx="8321040" cy="1097280"/>
          </a:xfrm>
          <a:prstGeom prst="roundRect">
            <a:avLst>
              <a:gd name="adj" fmla="val 6667"/>
            </a:avLst>
          </a:prstGeom>
          <a:solidFill>
            <a:srgbClr val="F4F6F9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03320"/>
            <a:ext cx="109728" cy="109728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813048"/>
            <a:ext cx="8001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若手の "1人で悩む時間" が減る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206240"/>
            <a:ext cx="8001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悩んだ時、上司に聞きにくい時、AI がいつでも先輩の知恵で答える。育成効率UP。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2026-07-30T00:20:10Z</dcterms:created>
  <dcterms:modified xsi:type="dcterms:W3CDTF">2026-07-30T00:20:10Z</dcterms:modified>
</cp:coreProperties>
</file>