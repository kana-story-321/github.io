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ステップ ③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デプロイとテスト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みんなが使える形にして、8パターンで動作確認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全体の道のり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3つのステップで、引受判定AI を完成させます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2590800" cy="219456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37360"/>
            <a:ext cx="195072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195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ステップ①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" y="2331720"/>
            <a:ext cx="2261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設計書を作る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22616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何を作るか、どう作るかを 全部決める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20568" y="23317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▶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76600" y="1417320"/>
            <a:ext cx="2590800" cy="219456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96640" y="1737360"/>
            <a:ext cx="195072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3596640" y="1737360"/>
            <a:ext cx="195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ステップ②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41192" y="2331720"/>
            <a:ext cx="2261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バイブコーディング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41192" y="2880360"/>
            <a:ext cx="22616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に頼んで 動くツールを作る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85688" y="23317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▶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141720" y="1417320"/>
            <a:ext cx="2590800" cy="2194560"/>
          </a:xfrm>
          <a:prstGeom prst="roundRect">
            <a:avLst>
              <a:gd name="adj" fmla="val 5000"/>
            </a:avLst>
          </a:prstGeom>
          <a:solidFill>
            <a:srgbClr val="0E7C86"/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61760" y="1737360"/>
            <a:ext cx="1950720" cy="45720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6461760" y="1737360"/>
            <a:ext cx="195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ステップ③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6312" y="2331720"/>
            <a:ext cx="2261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デプロイとテスト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06312" y="2880360"/>
            <a:ext cx="22616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みんなが使える形にして 動作確認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886200"/>
            <a:ext cx="8321040" cy="502920"/>
          </a:xfrm>
          <a:prstGeom prst="roundRect">
            <a:avLst>
              <a:gd name="adj" fmla="val 14545"/>
            </a:avLst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8862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今日は「ステップ③」= デプロイとテスト、いよいよ最終日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今日のゴール ─ "使える状態" にする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作った判定ツールを、社内で "本当に使える" 形に仕上げます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234440"/>
          </a:xfrm>
          <a:prstGeom prst="roundRect">
            <a:avLst>
              <a:gd name="adj" fmla="val 5926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■ 作るもの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73352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「みんなで使える + 8パターンで動作確認済み + 運用ルール確定」の状態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26517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651760"/>
            <a:ext cx="2651760" cy="38404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2670048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🌐  みんなで使える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7784" y="3154680"/>
            <a:ext cx="235915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サイドバー版なら共有、Webアプリ版なら URLを配布。誰でも判定実行できる状態に。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26517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2651760"/>
            <a:ext cx="2651760" cy="3840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3355848" y="2670048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🧪  8パターンで検証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92424" y="3154680"/>
            <a:ext cx="235915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基本NG/別商品切替/妊娠中/がん既往/シニア/職業リスク/該当なし/糖尿病 の8ケース。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26517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2651760"/>
            <a:ext cx="2651760" cy="38404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8" name="Text 16"/>
          <p:cNvSpPr/>
          <p:nvPr/>
        </p:nvSpPr>
        <p:spPr>
          <a:xfrm>
            <a:off x="6190488" y="2670048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📋  運用ルールを決める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27064" y="3154680"/>
            <a:ext cx="235915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誰が使う?独自ルール更新は誰?顧客への見せ方は?をチームで合意。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今日決めることは、この4つ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デプロイの前に、チームで話し合っておきたいこと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4069080" cy="1440180"/>
          </a:xfrm>
          <a:prstGeom prst="roundRect">
            <a:avLst>
              <a:gd name="adj" fmla="val 5079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" y="1426464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57784" y="14264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誰に使ってもらう?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" y="2057400"/>
            <a:ext cx="3666744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全営業 / 特定チーム / 訪問先でも使う / 若手はサポート付き、など。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69080" cy="1440180"/>
          </a:xfrm>
          <a:prstGeom prst="roundRect">
            <a:avLst>
              <a:gd name="adj" fmla="val 5079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9744" y="1426464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4809744" y="14264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40680" y="14173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どこで確認?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64608" y="2057400"/>
            <a:ext cx="3666744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判定結果を誰がレビュー、顧客への見せ方は?"AI判定" とは言わない運用ルール。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2857500"/>
            <a:ext cx="4069080" cy="1440180"/>
          </a:xfrm>
          <a:prstGeom prst="roundRect">
            <a:avLst>
              <a:gd name="adj" fmla="val 5079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7784" y="3003804"/>
            <a:ext cx="502920" cy="50292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557784" y="30038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29946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更新は誰がやる?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" y="3634740"/>
            <a:ext cx="3666744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判定マスタの追加(月1)/ 独自ルールの追加(月1)/ 商品改定情報の反映(半年)。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857500"/>
            <a:ext cx="4069080" cy="1440180"/>
          </a:xfrm>
          <a:prstGeom prst="roundRect">
            <a:avLst>
              <a:gd name="adj" fmla="val 5079"/>
            </a:avLst>
          </a:prstGeom>
          <a:solidFill>
            <a:srgbClr val="F4F6F9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9744" y="3003804"/>
            <a:ext cx="502920" cy="502920"/>
          </a:xfrm>
          <a:prstGeom prst="ellipse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4809744" y="30038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40680" y="29946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アクセスの範囲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64608" y="3634740"/>
            <a:ext cx="3666744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「全員(公開)」は NG、「Workspace内」が推奨(顧客情報を扱うため)。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" y="4434840"/>
            <a:ext cx="8321040" cy="411480"/>
          </a:xfrm>
          <a:prstGeom prst="roundRect">
            <a:avLst>
              <a:gd name="adj" fmla="val 13333"/>
            </a:avLst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443484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★ 決めておかないと、便利ツールが "誰も責任持たない放置ツール" に…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─ デプロイ (使える形に公開)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W1 で選んだ画面によって、デプロイ手順が変わります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 w="254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📌 シチュエーション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09928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「デプロイ」= 作ったツールを "みんなが使える場所" に置くこと。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サイドバー版なら スプレッドシートを共有するだけ。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Webアプリ版なら GAS を "ウェブアプリ" として公開して URL を発行します。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同梱「W3_デプロイ手順書.md」に3パターンの手順があります。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30632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3E0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546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AIとの壁打ちヒント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3538728"/>
            <a:ext cx="308152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Webアプリの「安全ではない...」画面 → 自分のアプリだから許可でOK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URLの拡散リスクを避けるため、DM や 招待メールで個別配布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コード修正後は「デプロイ管理」→ 編集 →「新しいバージョン」で URL維持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「Google に確認されていません」は普通、実害なし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9080" y="1234440"/>
            <a:ext cx="46634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69080" y="1234440"/>
            <a:ext cx="466344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12344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今日やること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88536" y="1874520"/>
            <a:ext cx="422452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サイドバー版なら:スプシ右上「共有」で 編集者権限を Workspace 内に付与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Webアプリ版なら:「デプロイ」→「新しいデプロイ」→「ウェブアプリ」で URL 発行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アクセス範囲は「Workspace内」を選択(顧客情報を扱うため公開はNG)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別のアカウントで開いて 動作確認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APIキーが安全に守られているか 最終チェック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の 完了チェック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ここができれば、デプロイは完了です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4046220" cy="3017520"/>
          </a:xfrm>
          <a:prstGeom prst="roundRect">
            <a:avLst>
              <a:gd name="adj" fmla="val 3030"/>
            </a:avLst>
          </a:prstGeom>
          <a:solidFill>
            <a:srgbClr val="E6F4EA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80160"/>
            <a:ext cx="404622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80160"/>
            <a:ext cx="40462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✅ できていればOK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38528"/>
            <a:ext cx="36804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別のアカウント(同僚のPCなど)で実際に動く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URL または共有スプシを チームに配布できる状態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アクセス範囲が Workspace内 に絞られている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APIキーが スクリプトプロパティ経由で安全に管理されている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86300" y="1280160"/>
            <a:ext cx="4046220" cy="3017520"/>
          </a:xfrm>
          <a:prstGeom prst="roundRect">
            <a:avLst>
              <a:gd name="adj" fmla="val 3030"/>
            </a:avLst>
          </a:prstGeom>
          <a:solidFill>
            <a:srgbClr val="FDECEA"/>
          </a:solidFill>
          <a:ln w="25400">
            <a:solidFill>
              <a:srgbClr val="C76B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6300" y="1280160"/>
            <a:ext cx="4046220" cy="502920"/>
          </a:xfrm>
          <a:prstGeom prst="rect">
            <a:avLst/>
          </a:prstGeom>
          <a:solidFill>
            <a:srgbClr val="C76B7A"/>
          </a:solidFill>
          <a:ln/>
        </p:spPr>
      </p:sp>
      <p:sp>
        <p:nvSpPr>
          <p:cNvPr id="11" name="Text 9"/>
          <p:cNvSpPr/>
          <p:nvPr/>
        </p:nvSpPr>
        <p:spPr>
          <a:xfrm>
            <a:off x="4686300" y="1280160"/>
            <a:ext cx="40462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⚠️ 漏れがあると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69180" y="1938528"/>
            <a:ext cx="36804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アクセス範囲が「全員(公開)」→ 顧客情報の漏洩リスク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APIキーをコードに直書き → GitHub等に上げたら大惨事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コード修正で「新しいデプロイ」を毎回作る → URLが増殖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自分の PC でしか動かない → デプロイの意味なし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─ 8パターンでテスト + 運用ルール決定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実際の顧客ケースを模した 8シナリオで精度を確認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 w="254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📌 シチュエーション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09928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同梱「W3_テストデータ.xlsx」の 8パターンを順に実行: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#1 高血圧180超×A社 / #2 同顧客×D社ライト / #3 妊娠中×A社 /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#4 がん既往3年×C社 / #5 75歳超×A社 / #6 消防士×A社死亡 /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#7 該当なしエッジ / #8 糖尿病2型×A社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独自ルールが期待通り発動するか、AI が勝手にYESと言わないか 確認。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30632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3E0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546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AIとの壁打ちヒント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3538728"/>
            <a:ext cx="308152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テストで発見した課題は 演習1のバイブコーディングに戻って修正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#7 のエッジで自動YES → 危険、プロンプトを強化して "該当なし要確認" にする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独自ルール発火漏れは AI に「このケースで反応するように調整して」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運用ルールは "紙(スプシ)に書く" — 口約束は忘れられる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9080" y="1234440"/>
            <a:ext cx="46634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69080" y="1234440"/>
            <a:ext cx="466344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12344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今日やること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88536" y="1874520"/>
            <a:ext cx="422452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8パターンを順に実行、それぞれ結果をスクショ or メモ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独自ルール(DR-001〜005)が期待通りに発動しているか確認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エッジケース(#7)で "商品担当に事前確認要" が返るか確認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「テスト結果記録」シートに 8件分の結果を ○△× で記録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運用ルールをスプシに書き残す(誰が/いつ/何を/どう)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の 完了チェック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ここまで来れば、引受判定AI 完成です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4046220" cy="3017520"/>
          </a:xfrm>
          <a:prstGeom prst="roundRect">
            <a:avLst>
              <a:gd name="adj" fmla="val 3030"/>
            </a:avLst>
          </a:prstGeom>
          <a:solidFill>
            <a:srgbClr val="E6F4EA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80160"/>
            <a:ext cx="404622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80160"/>
            <a:ext cx="40462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✅ できていればOK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38528"/>
            <a:ext cx="36804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8パターン全て実行し、期待結果と比較できた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独自ルール(DR-XXX)の発火傾向が把握できた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エッジケース(#7)で AI が勝手にYESと言わなかった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運用ルール(誰が/いつ/何を確認/顧客への見せ方) が明文化された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86300" y="1280160"/>
            <a:ext cx="4046220" cy="3017520"/>
          </a:xfrm>
          <a:prstGeom prst="roundRect">
            <a:avLst>
              <a:gd name="adj" fmla="val 3030"/>
            </a:avLst>
          </a:prstGeom>
          <a:solidFill>
            <a:srgbClr val="FDECEA"/>
          </a:solidFill>
          <a:ln w="25400">
            <a:solidFill>
              <a:srgbClr val="C76B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6300" y="1280160"/>
            <a:ext cx="4046220" cy="502920"/>
          </a:xfrm>
          <a:prstGeom prst="rect">
            <a:avLst/>
          </a:prstGeom>
          <a:solidFill>
            <a:srgbClr val="C76B7A"/>
          </a:solidFill>
          <a:ln/>
        </p:spPr>
      </p:sp>
      <p:sp>
        <p:nvSpPr>
          <p:cNvPr id="11" name="Text 9"/>
          <p:cNvSpPr/>
          <p:nvPr/>
        </p:nvSpPr>
        <p:spPr>
          <a:xfrm>
            <a:off x="4686300" y="1280160"/>
            <a:ext cx="40462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⚠️ 漏れがあると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69180" y="1938528"/>
            <a:ext cx="36804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テストなしでデプロイ → 現場で予想外の挙動、顧客に迷惑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運用ルール曖昧 → 「担当が確認する」で結局誰も見ない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AI判定を無検証で顧客に見せる → 誤情報リスク+法的リスク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独自ルール発火漏れ放置 → うちらしさが出ない汎用ツールのまま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3日間の成果と、これから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ステップ③ 完了 = 引受判定AI が完成、現場で使える状態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09728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109728" cy="10972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44168"/>
            <a:ext cx="8001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引受判定AI が完成しました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737360"/>
            <a:ext cx="8001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設計 → 実装 → デプロイ&amp;テスト の3ステップで、うちらしい判定ツールが手に入りました。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468880"/>
            <a:ext cx="8321040" cy="109728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468880"/>
            <a:ext cx="109728" cy="10972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578608"/>
            <a:ext cx="8001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この作り方は他業務にも応用できる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971800"/>
            <a:ext cx="8001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「設計 → バイブコーディング → テスト」は 議事録AI、ライフプランAI など どんな業務にも使える型です。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703320"/>
            <a:ext cx="8321040" cy="109728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703320"/>
            <a:ext cx="109728" cy="109728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813048"/>
            <a:ext cx="8001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育てていく運用に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206240"/>
            <a:ext cx="8001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月1回 独自ルールを1つ追加、半年に1回 商品改定を反映。使うほど賢くなるツールに育てましょう。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2026-07-30T12:30:46Z</dcterms:created>
  <dcterms:modified xsi:type="dcterms:W3CDTF">2026-07-30T12:30:46Z</dcterms:modified>
</cp:coreProperties>
</file>