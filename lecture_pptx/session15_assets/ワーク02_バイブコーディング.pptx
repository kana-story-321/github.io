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 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設計書を AI に渡して、動く判定ツールを一気に作る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全体の道のり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3つのステップで、引受判定AI を完成させます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設計書を作る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何を作るか、どう作るかを 全部決める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20568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7660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0E7C86"/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664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59664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119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4119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に頼んで 動くツールを作る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85688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4172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176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46176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631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デプロイとテスト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0631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みんなが使える形にして 動作確認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88620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886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今日は「ステップ②」= バイブコーディング です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今日のゴール ─ 判定ツールを動かす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昨日の設計書を "動くもの" に変えます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■ 作るもの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73352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「顧客情報+検討商品 を入れる → ボタンを押す → 数秒で判定結果」を実現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651760"/>
            <a:ext cx="26517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💻  AIに書かせる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設計書をAIに渡して「この通りに GAS書いて」と依頼。返ってきたコードを貼付ける。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651760"/>
            <a:ext cx="265176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▶️  動かして確認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9242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ボタン1つで 判定マスタから該当条件を探し、判定結果+対応 が返る。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2651760"/>
            <a:ext cx="265176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📚  独自ルールを反映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2706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 で決めた独自ルールを組み込んで、代理店の "強み" が出る判定に。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「バイブコーディング」って何?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コードを1文字も書かず、AI に頼んで作る やり方です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02336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これまでの作り方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" y="1938528"/>
            <a:ext cx="358444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1行ずつ書く → 何日もかかる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文法エラーで止まる → 検索して調べる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「あれ、この関数どう使う?」で毎回止まる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プログラマーじゃないと厳しい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80160"/>
            <a:ext cx="402336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80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28616" y="1938528"/>
            <a:ext cx="358444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に「こういうの作って」と日本語で頼む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返ってきたコードをコピペ、動かしてみる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エラーが出たら AI に「これ直して」と貼付ける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完璧を目指さない、動いたらOK、詳細は後で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今日やることは、この3つ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スプシに GAS を貼付けて、AIと対話しながら仕上げます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426464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57784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GAS を貼付けて動かす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" y="205740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同梱の「Code_引受判定.gs」と「Sidebar.html」を貼付、初回動作確認。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9744" y="142646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独自ルールを組み込む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64608" y="205740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 の「4_独自判断ルール」を AI への依頼文に追加する。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85750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" y="3003804"/>
            <a:ext cx="502920" cy="502920"/>
          </a:xfrm>
          <a:prstGeom prst="ellipse">
            <a:avLst/>
          </a:prstGeom>
          <a:solidFill>
            <a:srgbClr val="7C5F8A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" y="30038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29946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画面(UI)を実装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" y="363474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設計書で選んだ画面(サイドバー / Webアプリ)を実装する。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434840"/>
            <a:ext cx="8321040" cy="41148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4348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★ 動きが変な所は AI に貼付けて「直して」と頼む — それがバイブコーディング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─ 判定ツールの本体を動かす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を貼付けて、記入例で 判定が動くところまで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📌 シチュエーション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スプレッドシートに GAS を貼付けます。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「Gemini APIのキー」という 特別なパスワードを設定 して、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ボタン1つで 判定が走る状態を作ります。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まずは記入例の顧客データで動作確認します。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AIとの壁打ちヒント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538728"/>
            <a:ext cx="30815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エラーが出たら Logger のログを AI に貼って「これ直して」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APIキーは絶対に コードに直書きしない(スクリプトプロパティ経由)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「安全ではない...」画面 → 自分のスクリプトだから許可でOK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完璧を目指さない、まず1つ判定が動けば 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23444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1234440"/>
            <a:ext cx="466344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2344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今日やること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88536" y="1874520"/>
            <a:ext cx="4224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引受判定マスタ_テンプレ.xlsx をスプシで開く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拡張機能 → Apps Script で「Code_引受判定.gs」を貼付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+ボタン → HTML「Sidebar」で追加、「Sidebar.html」の中身を貼付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 AI Studio で Gemini APIキーを発行 → スクリプトプロパティに登録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testSetup関数で権限承認 → 「▶ 判定ツールを開く」で 動作確認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の 完了チェック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ここができていれば、演習2 に進めます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✅ できていればOK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testSetup が全項目 OK で通っている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サイドバーが起動して、顧客情報を入力できる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テスト顧客(45歳男性 高血圧185×A社医療プレミアム) で NO判定 が返る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判定結果に「該当条件ID(RULE-004)」が付いている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11" name="Text 9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⚠️ 漏れがあると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918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APIキーが未設定 → 判定が動かない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APIキーをコードに直書き → 漏洩リスク、絶対NG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該当条件ID が空 → "なぜこの判定?" が説明できない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エラーが出たまま次に進む → 後で原因不明のバグに悩む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─ 独自ルールの組み込み + UI 仕上げ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 で書いた独自ルールをプロンプトに追加、選んだ画面も完成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📌 シチュエーション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W1「4_独自判断ルール」で書いた 3〜5個のルールを、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への依頼文(プロンプト)に組み込みます。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これで AI が代理店ならではの判定を返すようになります。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さらに、選んだ画面(サイドバー or Webアプリ)を仕上げます。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AIとの壁打ちヒント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538728"/>
            <a:ext cx="30815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独自ルールの追加は プロンプト末尾に文字列連結で追加(簡単な改造)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「NG判定時、独自ルールに該当したら 代替提案を必ず入れて」と指示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Webアプリ選択時は デプロイ手順が独特、W3 で詳しく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出力の "対応欄" に 独自ルールの提案文言が入るのが理想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23444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1234440"/>
            <a:ext cx="466344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2344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今日やること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88536" y="1874520"/>
            <a:ext cx="4224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の buildPrompt_ 関数を Gemini に見せる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「独自ルールをプロンプトに追加して」と AI に依頼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返ってきたコードで置き換え、独自ルールが判定に反映されることを確認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サイドバー選択なら 既存 Sidebar.html で OK、Webアプリ選択なら WebApp.html 追加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3〜5件の判定テストで 独自ルールが発動するか確認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の 完了チェック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ここができれば、ステップ② は完了です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✅ できていればOK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独自ルールが プロンプトに組み込まれた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テスト実行で "代替: D社医療ライト" 等の 独自ルール発動が確認できた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選んだ画面から実行できる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3-5件の判定で 安定した結果が返る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11" name="Text 9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⚠️ 漏れがあると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918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独自ルールなしで実行 → 汎用的な判定、代理店の "らしさ" ゼロ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PDF 出力機能なしで進める → 顧客への説明資料が手作りに戻る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画面が動かない → 実際の面談で使えない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エラー放置 → デプロイ時に気付いて手戻り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ステップ② 完了 = 動く判定ツール が手に入りました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109728" cy="10972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4416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判定ツールが完成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数秒で 判定結果と対応(代替商品案内含む)が返る状態になりました。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468880"/>
            <a:ext cx="109728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7860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独自ルールが組み込まれた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代理店ならではの判断パターンが AI の回答に反映される "うちらしいツール" に。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70332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703320"/>
            <a:ext cx="109728" cy="109728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1304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次は「ステップ③ デプロイとテスト」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動くツールをチーム全員で使える形にし、8パターンでテストします。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2026-07-30T12:30:46Z</dcterms:created>
  <dcterms:modified xsi:type="dcterms:W3CDTF">2026-07-30T12:30:46Z</dcterms:modified>
</cp:coreProperties>
</file>