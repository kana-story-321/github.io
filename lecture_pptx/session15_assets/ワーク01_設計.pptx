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ステップ ①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設計書を作る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まず "何を作るか" をハッキリさせてから、コードは書き始めよう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今日のゴール ─ 何を作るのか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3日間で、こんな AI ツールを作ります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234440"/>
          </a:xfrm>
          <a:prstGeom prst="roundRect">
            <a:avLst>
              <a:gd name="adj" fmla="val 5926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■ 作るもの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73352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「この顧客が この商品に申し込んだら通るか?」を 事前判定してくれる AI ツール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26517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651760"/>
            <a:ext cx="2651760" cy="38404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2670048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📋  申込前に見立てられる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7784" y="3154680"/>
            <a:ext cx="235915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顧客情報 + 検討商品 を入れると、"通る/要確認/通らない" と代替提案が出る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26517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2651760"/>
            <a:ext cx="2651760" cy="3840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3355848" y="2670048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🚫  謝絶を減らす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92424" y="3154680"/>
            <a:ext cx="235915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お客様に "申し込んだのに落ちた" 体験をさせない、代理店の付加価値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26517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2651760"/>
            <a:ext cx="2651760" cy="38404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8" name="Text 16"/>
          <p:cNvSpPr/>
          <p:nvPr/>
        </p:nvSpPr>
        <p:spPr>
          <a:xfrm>
            <a:off x="6190488" y="2670048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📚  ノウハウが蓄積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27064" y="3154680"/>
            <a:ext cx="235915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公式ルール+先輩口伝+独自判断 が スプシに蓄積され 更新できる形に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全体の道のり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3つのステップで、引受判定AI を完成させます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2590800" cy="2194560"/>
          </a:xfrm>
          <a:prstGeom prst="roundRect">
            <a:avLst>
              <a:gd name="adj" fmla="val 5000"/>
            </a:avLst>
          </a:prstGeom>
          <a:solidFill>
            <a:srgbClr val="0E7C86"/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37360"/>
            <a:ext cx="1950720" cy="457200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195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ステップ①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" y="2331720"/>
            <a:ext cx="2261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設計書を作る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22616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何を作るか、どう作るかを 全部決める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20568" y="23317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▶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276600" y="1417320"/>
            <a:ext cx="2590800" cy="219456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96640" y="1737360"/>
            <a:ext cx="1950720" cy="4572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3596640" y="1737360"/>
            <a:ext cx="195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ステップ②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41192" y="2331720"/>
            <a:ext cx="2261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バイブコーディング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41192" y="2880360"/>
            <a:ext cx="22616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に頼んで 動くツールを作る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85688" y="23317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▶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141720" y="1417320"/>
            <a:ext cx="2590800" cy="219456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61760" y="1737360"/>
            <a:ext cx="1950720" cy="4572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6461760" y="1737360"/>
            <a:ext cx="195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ステップ③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6312" y="2331720"/>
            <a:ext cx="2261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デプロイとテスト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306312" y="2880360"/>
            <a:ext cx="22616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みんなが使える形にして 動作確認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3886200"/>
            <a:ext cx="8321040" cy="502920"/>
          </a:xfrm>
          <a:prstGeom prst="roundRect">
            <a:avLst>
              <a:gd name="adj" fmla="val 14545"/>
            </a:avLst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8862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今日は「ステップ①」= 設計書を作る からスタートします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なぜ「設計書」から作るのか?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いきなり AI ツールを作り始めると、後で困ります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FDECEA"/>
          </a:solidFill>
          <a:ln w="25400">
            <a:solidFill>
              <a:srgbClr val="C76B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80160"/>
            <a:ext cx="4023360" cy="502920"/>
          </a:xfrm>
          <a:prstGeom prst="rect">
            <a:avLst/>
          </a:prstGeom>
          <a:solidFill>
            <a:srgbClr val="C76B7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いきなり作り始めると…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" y="1938528"/>
            <a:ext cx="358444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判定ルールをどう保存するか決めず → 更新できない構造に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にどこまで任せるか固まらず → "勝手にYES" 事故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各社の情報の出所が曖昧 → 半年後 "なぜこのルール?" が不明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代理店の "強み" が反映されず、市販の判定ツールと変わらない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E6F4EA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280160"/>
            <a:ext cx="4023360" cy="502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2801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先に設計書を作ると…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28616" y="1938528"/>
            <a:ext cx="358444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スプシの構造が固まっていて、後から追加・修正しやすい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に任せる範囲と 人が判断する範囲が明確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各ルールの出所(公式/口伝/独自)が分類されて 更新運用が回る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独自判断ルールで "うちらしさ" が判定に反映される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今日「設計書」に決めることは、この4つ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と壁打ちしながら W1_設計書テンプレート.xlsx に埋めていきます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4069080" cy="1440180"/>
          </a:xfrm>
          <a:prstGeom prst="roundRect">
            <a:avLst>
              <a:gd name="adj" fmla="val 5079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" y="1426464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57784" y="14264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データの入れ物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" y="2057400"/>
            <a:ext cx="3666744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どんなシートに、何を保存するか。判定マスタ / 商品マスタ / 顧客カルテ / 判定履歴 / 独自ルール。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069080" cy="1440180"/>
          </a:xfrm>
          <a:prstGeom prst="roundRect">
            <a:avLst>
              <a:gd name="adj" fmla="val 5079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9744" y="1426464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4809744" y="14264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40680" y="14173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判断基準の出所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64608" y="2057400"/>
            <a:ext cx="3666744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会社公式資料 / 先輩口伝 / 独自(代理店実績)/ 計算式 の4種で分類し 見直しやすく。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2857500"/>
            <a:ext cx="4069080" cy="1440180"/>
          </a:xfrm>
          <a:prstGeom prst="roundRect">
            <a:avLst>
              <a:gd name="adj" fmla="val 5079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7784" y="3003804"/>
            <a:ext cx="502920" cy="50292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557784" y="30038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29946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使うときの画面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" y="3634740"/>
            <a:ext cx="3666744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サイドバー / Webアプリ / フォーム の3択。自社の使い方に合うものを1つ選ぶ。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2857500"/>
            <a:ext cx="4069080" cy="1440180"/>
          </a:xfrm>
          <a:prstGeom prst="roundRect">
            <a:avLst>
              <a:gd name="adj" fmla="val 5079"/>
            </a:avLst>
          </a:prstGeom>
          <a:solidFill>
            <a:srgbClr val="F4F6F9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9744" y="3003804"/>
            <a:ext cx="502920" cy="502920"/>
          </a:xfrm>
          <a:prstGeom prst="ellipse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4809744" y="30038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40680" y="29946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うちならではの判断ルール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64608" y="3634740"/>
            <a:ext cx="3666744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この条件ならうちはこう対応、を3〜5個。ここに代理店の "強み" が入る。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1480" y="4434840"/>
            <a:ext cx="8321040" cy="411480"/>
          </a:xfrm>
          <a:prstGeom prst="roundRect">
            <a:avLst>
              <a:gd name="adj" fmla="val 13333"/>
            </a:avLst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443484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★ ここに漏れがあると、良いツールは作れません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─ データの入れ物 と 判断基準の出所 を決める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同梱「W1_設計書テンプレート.xlsx」の シート1・2 を埋めます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4F6F9"/>
          </a:solidFill>
          <a:ln w="254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📌 シチュエーション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09928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スプレッドシートを "データの入れ物" として使います。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3〜5枚のシートに分けて、それぞれ何を保存するかを決めます。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判定ルールの根拠(出所)を「会社公式」「先輩口伝」「独自」「計算式」の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4種で分類します。後で更新運用が回るように。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30632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3E0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546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AIとの壁打ちヒント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3538728"/>
            <a:ext cx="308152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「AI、うちの引受判定AI をスプシで作る場合、シートは何枚に分けるべき?」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「顧客情報」と「判定マスタ」を必ず別シートに(更新頻度が違う)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独自ルールは スプシで管理(コードに書かない)→ 現場で追加できる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会社公式 と 先輩口伝 は 別々の情報源として扱う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69080" y="1234440"/>
            <a:ext cx="46634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69080" y="1234440"/>
            <a:ext cx="4663440" cy="502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12344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今日やること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88536" y="1874520"/>
            <a:ext cx="422452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W1設計書テンプレートを開き、まず 記入見本を眺めて完成イメージを掴む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シート「1_DB設計」で、3〜5枚のシート構成と各列を決める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各シートの "更新頻度" を書く(毎回/月1/半年 など)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シート「2_判断基準の出所」で、判定ルールの根拠を4種で分類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独自ルール(代理店実績由来)を持つと "うちらしさ" が出る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の 完了チェック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ここができていれば、演習2 に進めます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4046220" cy="3017520"/>
          </a:xfrm>
          <a:prstGeom prst="roundRect">
            <a:avLst>
              <a:gd name="adj" fmla="val 3030"/>
            </a:avLst>
          </a:prstGeom>
          <a:solidFill>
            <a:srgbClr val="E6F4EA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80160"/>
            <a:ext cx="4046220" cy="502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80160"/>
            <a:ext cx="40462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✅ できていればOK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38528"/>
            <a:ext cx="36804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シートが 3〜5枚 決まっている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各シートに 何を入れるか + 更新頻度 が書けている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判定ルールの出所が「公式/口伝/独自/計算」で分類されている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独自ルールを持つ場所(独自ルールシート)が確保されている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86300" y="1280160"/>
            <a:ext cx="4046220" cy="3017520"/>
          </a:xfrm>
          <a:prstGeom prst="roundRect">
            <a:avLst>
              <a:gd name="adj" fmla="val 3030"/>
            </a:avLst>
          </a:prstGeom>
          <a:solidFill>
            <a:srgbClr val="FDECEA"/>
          </a:solidFill>
          <a:ln w="25400">
            <a:solidFill>
              <a:srgbClr val="C76B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6300" y="1280160"/>
            <a:ext cx="4046220" cy="502920"/>
          </a:xfrm>
          <a:prstGeom prst="rect">
            <a:avLst/>
          </a:prstGeom>
          <a:solidFill>
            <a:srgbClr val="C76B7A"/>
          </a:solidFill>
          <a:ln/>
        </p:spPr>
      </p:sp>
      <p:sp>
        <p:nvSpPr>
          <p:cNvPr id="11" name="Text 9"/>
          <p:cNvSpPr/>
          <p:nvPr/>
        </p:nvSpPr>
        <p:spPr>
          <a:xfrm>
            <a:off x="4686300" y="1280160"/>
            <a:ext cx="40462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⚠️ 漏れがあると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69180" y="1938528"/>
            <a:ext cx="36804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顧客情報と判定マスタを同じシートに → 更新のたび全書き換え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ルールの出所を書かない → 半年後 "なぜこのルール?" 不明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独自ルールを持たない → 市販ツールと変わらない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コードに独自ルールを直書き設計 → 更新のたび開発者呼ぶハメに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─ 使うときの画面 と 独自判断ルールを決める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コーディング前に、"どんな画面で使うか" と "うちの強み" を言語化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4F6F9"/>
          </a:solidFill>
          <a:ln w="254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📌 シチュエーション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09928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画面の形式を3つの選択肢から1つ選びます: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A: サイドバー(スプシ内表示)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B: Webアプリ(独立URL)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C: Googleフォーム(入力簡易)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そして、"うちならこの条件はこう扱う" というルールを 3〜5個 書きます。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30632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3E0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546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AIとの壁打ちヒント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3538728"/>
            <a:ext cx="308152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「面談は事務所?訪問?」で画面選択が変わる — 事務所→サイドバー / 訪問→WebApp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独自ルールの例:「A社医療プレミアム NG時 → D社ライト即提案」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「AI、うちの独自ルール(過去謝絶10件中8件がD社で承認)を どう組み込む?」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独自ルールは 代理店の実績・連携先を根拠に(信頼性UP)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69080" y="1234440"/>
            <a:ext cx="46634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69080" y="1234440"/>
            <a:ext cx="4663440" cy="502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12344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今日やること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88536" y="1874520"/>
            <a:ext cx="422452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シート「3_UI設計」で 3つの選択肢を比較 → 1つ選ぶ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選んだ画面と 選んだ理由を 3〜5行で書く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シート「4_独自判断ルール」で ルールを 3〜5個 書く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各ルール: 発動条件 / うちの判断 / 提案文言 / 根拠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ルールはスプシで管理 → 増やしても更新しやすい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の 完了チェック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ここができれば、設計書は完成です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4046220" cy="3017520"/>
          </a:xfrm>
          <a:prstGeom prst="roundRect">
            <a:avLst>
              <a:gd name="adj" fmla="val 3030"/>
            </a:avLst>
          </a:prstGeom>
          <a:solidFill>
            <a:srgbClr val="E6F4EA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80160"/>
            <a:ext cx="4046220" cy="502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80160"/>
            <a:ext cx="40462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✅ できていればOK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38528"/>
            <a:ext cx="36804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画面の形式が1つ選べた + 選んだ理由が書けた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独自判断ルールが 3〜5個 書けた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各ルールに 発動条件・判断・文言・根拠 が揃った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「これをAIに読ませたら うちらしい判定が出る」感覚がある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86300" y="1280160"/>
            <a:ext cx="4046220" cy="3017520"/>
          </a:xfrm>
          <a:prstGeom prst="roundRect">
            <a:avLst>
              <a:gd name="adj" fmla="val 3030"/>
            </a:avLst>
          </a:prstGeom>
          <a:solidFill>
            <a:srgbClr val="FDECEA"/>
          </a:solidFill>
          <a:ln w="25400">
            <a:solidFill>
              <a:srgbClr val="C76B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6300" y="1280160"/>
            <a:ext cx="4046220" cy="502920"/>
          </a:xfrm>
          <a:prstGeom prst="rect">
            <a:avLst/>
          </a:prstGeom>
          <a:solidFill>
            <a:srgbClr val="C76B7A"/>
          </a:solidFill>
          <a:ln/>
        </p:spPr>
      </p:sp>
      <p:sp>
        <p:nvSpPr>
          <p:cNvPr id="11" name="Text 9"/>
          <p:cNvSpPr/>
          <p:nvPr/>
        </p:nvSpPr>
        <p:spPr>
          <a:xfrm>
            <a:off x="4686300" y="1280160"/>
            <a:ext cx="40462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⚠️ 漏れがあると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69180" y="1938528"/>
            <a:ext cx="36804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画面選びが曖昧 → コーディングで何を作るか決まらない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独自ルールなし → AI 出力が汎用的、他社と変わらない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根拠が空欄 → 「なぜこのルール?」を お客様に説明できない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コードに独自ルールを書く設計 → 更新のたびに開発者呼ぶハメに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ステップ① 完了 = 設計書 = AI と自分たちへの "指示書" が完成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09728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109728" cy="10972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44168"/>
            <a:ext cx="8001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設計書 が「AI への指示書」になる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737360"/>
            <a:ext cx="8001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この設計書を Gemini に見せれば「この通りに作って」と依頼できる状態になりました。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468880"/>
            <a:ext cx="8321040" cy="109728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468880"/>
            <a:ext cx="109728" cy="10972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578608"/>
            <a:ext cx="8001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代理店の "らしさ" が反映される土台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971800"/>
            <a:ext cx="8001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独自判断ルールで、市販ツールにはない "うちらしさ" が判定に出せる状態に。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703320"/>
            <a:ext cx="8321040" cy="109728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703320"/>
            <a:ext cx="109728" cy="109728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813048"/>
            <a:ext cx="8001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次は「ステップ② バイブコーディング」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206240"/>
            <a:ext cx="8001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設計書を持って、AI に GAS を書いてもらい、実際に動く判定ツールを作ります。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2026-07-30T12:30:46Z</dcterms:created>
  <dcterms:modified xsi:type="dcterms:W3CDTF">2026-07-30T12:30:46Z</dcterms:modified>
</cp:coreProperties>
</file>