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9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公式LINE+LP/HPで集客導線を完成させる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応用編は「LP/HP自動生成」と「導線整理」の2本立て。自分のレベルに合わせて選んでください。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中級:AIでLP/HPを自動生成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公式LINE登録ページまで一気通貫で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基礎:導線改善案の作成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コードなしで改善ポイントを明確化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【中級】AIでLP(ランディングページ)を自動生成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【中級】LPから公式LINE登録まで導線を繋ぐ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【基礎組】LP/HPの改善ポイントを書き出す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第9回基礎の公式LINE構成を設計できた方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・AIツール(Gensparkなど)でLPを自動生成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・LPから公式LINE登録までの導線を構築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集客の入口(LP)と出口(公式LINE)を繋いで完成させる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「LP制作はちょっと敷居が高い」と感じた方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・自分のHP/LPの現状を確認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・3軸の観点で改善ポイントを書き出す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自分の集客ページの課題を明確にする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【中級】AIでLPを自動生成する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Genspark等のAIツールで、ブランディング3軸を反映したLPを自動生成します。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LPがあるとよく聞くが、Web制作の知識がなく作れていない。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3軸を反映したLP(1枚)+ 公式LINE登録ボタン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Genspark/Canva/v0 のいずれかを使う／3軸とAIDMAの構成を反映／文字量は読みやすさ優先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に「3軸を反映したLPのワイヤーフレーム案」を作らせる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Genspark等にプロンプトを入れてLPを自動生成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生成されたLPに公式LINE登録ボタンを追加し、公開する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【中級】LPから公式LINE登録への導線を繋ぐ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LP→公式LINE→面談予約までの動線を1本に繋ぎます。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LPと公式LINEはあるが、間が繋がっておらず登録率が低い。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LP→公式LINE→自動応答→アイテマス予約 の動線が完成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LPに目立つCTAボタン／LINE自動応答で予約導線を案内／予約完了で第8回のアイテマスへ繋ぐ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LPにLINE登録ボタンを配置(QR+リンク両方)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LINEの「あいさつメッセージ」と「自動応答」を設定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自動応答からアイテマス予約URLへ誘導する流れをテスト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【基礎組】LP/HPの改善ポイントを書き出す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今ある自分のページを「ブランディング3軸」の観点で見直します。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LPもHPもあるが、3軸に沿った構成になっているか自信がない。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改善ポイントリスト(優先度付き、5項目以上)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チャットで添削してもらう／優先度は高/中/低の3段階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自分のLP/HPのURLか文章を Gemini に貼り付ける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「3軸の観点で改善ポイントを5つ以上挙げて」と依頼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優先度を付けて、上から1つだけ今週中に着手する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公式LINE導線編まで完走。「ブランディング3軸 → LP → LINE → 予約」の流れが繋がりました。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LINEの設計をAIDMAで作れた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導線がブレない LINE 運用ができる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画像もLPもAIで生成できる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デザインの知識がなくても形にできる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集客の入口と出口が繋がった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→ LINE → 予約 の動線が完成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