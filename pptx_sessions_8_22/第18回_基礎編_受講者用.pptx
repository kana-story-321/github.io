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18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将来不安の数値化と複数パターン比較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前回設計した数値化ロジックを使い、シミュレーション結果を出します。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シミュレーションを3パターン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 の比較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比較表の自動生成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提案資料の素材に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前回の振り返り(ヒアリング項目と数値化ロジック)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3パターンのシミュレーションを設計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シミュレーションが響く理由(行動経済学)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パターン比較表の自動生成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【基礎組】「もしも質問」テンプレ作成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前回でヒアリングと数値化ができました。今日はそれを可視化します。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【第17回で作ったもの】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・ヒアリング項目シート(30項目)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・数値化ロジック(教育/老後/医療)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ヒアリング結果から3パターンのシミュレーション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「現状/楽観/悲観」を見せて選択を促す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人は「比較」を見せられると行動しやすい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1パターンより3パターンの方が説得力がある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3パターンのシミュレーションを設計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現状/楽観/悲観の3パターンで将来推移を計算します。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シミュレーション結果が「1パターンの不安」だけで、選択肢を提示できていない。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 × 80歳までの資産推移シミュレーション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現状=今のまま続く／楽観=理想シナリオ／悲観=主要リスク発生／各パターンの前提を明文化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に「3パターンのシミュレーションロジックを設計して」と依頼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ダミー顧客データで3パターン計算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出力をスプシに保存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シミュレーションが響く理由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なぜ「数値化＋比較」が顧客の心を動かすかを学びます。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行動経済学から見るシミュレーション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【プロスペクト理論】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人は「損失」を「利得」より約2倍重く感じる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悲観シナリオを見せると行動しやすい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【損失回避バイアス】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・「年100万円損する」より「100万円得する」の半分の動機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・悲観シナリオを「絶対回避したい」と思わせる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【選択肢の提示効果】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・1パターン → 「本当にそうか」と疑う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・3パターン → 「どれを選ぶか」と考える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・選択肢の提示=判断の促進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・最初に悲観シナリオで「危機感」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・次に現状シナリオで「今のリスク」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・最後に楽観シナリオで「対策後の安心」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パターン比較表の自動生成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3パターンを見やすく比較できる表を AI で自動生成します。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計算結果を顧客に見せやすい形にまとめるのが大変。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3パターン比較表(年代別/カテゴリ別の差分が一目で分かる)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色分け(赤・黄・緑)／重要な差分はハイライト／A4 1枚に収まる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に「3パターン比較表のレイアウト」を依頼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スプシで条件付き書式を設定して色分け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ダミー顧客で完成形をプレビュー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【基礎組】「もしも質問」テンプレ作成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コードを使わず、シミュレーションに繋げる「もしも質問」のテンプレを作ります。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シミュレーション提案前に、顧客の意識を引き出す質問が用意できていない。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「もしも質問」テンプレ集(20問×3カテゴリ)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チャットで質問案を出してもらう／対面で使える表現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に「ライフプラン提案前のもしも質問を20問」と依頼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印刷して対面で使えるカードにする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