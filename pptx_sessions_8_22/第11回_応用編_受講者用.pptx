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名刺交換者・既存顧客向けLINE構築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応用編は「ターゲット別の公式LINE構築」です。新規/名刺/既存で使い分けます。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中級:名刺交換者向けLINE構築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基礎:既存顧客フォロー構築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長期関係維持の発信プラン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第11回基礎でLINE実装ができた方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・名刺交換者向けの専用LINE/タグを構築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・既存顧客向けの長期フォロー設計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ターゲット別に最適なLINE運用ができる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「複数のLINEを使い分けるのは難しい」と感じた方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・既存顧客への発信プランを作成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・年間の発信スケジュールを作る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既存顧客との関係維持の仕組み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初対面後のフォロー特化のLINE導線を作ります。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名刺交換しても、その後のフォローができておらず関係が薄くなる。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名刺交換者向け専用LINE(またはタグ)+ 自動配信3日分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名刺の裏にQR/URLを記載／登録後3日間で「自己紹介+価値提示+次の一歩」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名刺用QRまたは登録URLを作成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登録後の自動配信3日分の本文をAIで作成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テスト登録して動作確認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契約後の長期フォローに特化したLINE運用を設計します。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契約後はメールでの年1〜2回の連絡だけで、関係が薄くなりがち。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既存顧客向け年間配信プラン(月1回+季節イベント)+ 自動配信テンプレ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配信は「教育」より「人柄/季節挨拶」中心／年間スケジュール表を作る／個別性を出す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に「既存顧客向け年間配信プランを月1回+季節イベントで設計」と依頼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12ヶ月分の配信テンプレを作成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公式LINEに月次ステップとして登録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コードを使わず、既存顧客に送るべきメッセージの年間スケジュールを作ります。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既存顧客とどう関わり続ければいいか分からない。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年間12ヶ月分の発信プラン(月のテーマ+具体的なお題)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チャットで素案を出してもらう／自分の言葉で1つだけ書いてみる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 12ヶ月の発信プランを作って」と依頼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スプシに表形式で保存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直近1ヶ月分は実際に文章を書いて送る準備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公式LINE編まで完走。3軸→構成→シナリオ→実装→分析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LINEが実際に動き始めた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集客の自動化が起動した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数字で改善できる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分析を見ながら回すサイクル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ターゲット別に運用できる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新規/名刺/既存 を使い分け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