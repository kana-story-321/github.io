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【オープニング】中級者向け：リマインドメール自動化。基礎組向け：商談ログをデータベース的に分析する体験。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【話す内容】「無理しない」を強調。中級コースを選んでもエラー連発で進まない場合は途中で基礎組に切替OK。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【ポイント】中級者向けの演習。エラーは Gemini との往復で解消。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【ポイント】「自動化したシステムが、いつ動かなくなるか分からない」を体感。エラー通知は実務必須。
【時間配分】15分。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【ポイント】「コードを書かなくてもこれだけできる」を体感。GASは万能ではなく、ピボットだけで十分なことも多い。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【締めトーク】GAS編はここまで。次回は別テーマに進む。
【講師補足】業務で実際に運用する際は社内ルール（自動送信メールの取扱い、データ連携の範囲など）を必ず確認、と一言。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468880"/>
            <a:ext cx="12191695" cy="109728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2578608"/>
            <a:ext cx="12191695" cy="3657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 11 回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GASを使いこなす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A6FA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〜 名刺交換者・既存顧客向けLINE構築 〜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応用編（02）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0" y="5029200"/>
            <a:ext cx="3047695" cy="640080"/>
          </a:xfrm>
          <a:prstGeom prst="roundRect">
            <a:avLst>
              <a:gd name="adj" fmla="val 11429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72000" y="5029200"/>
            <a:ext cx="30476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今日のゴール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応用編は「ターゲット別の公式LINE構築」です。新規/名刺/既存で使い分けます。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201168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①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691640" y="196596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中級:名刺交換者向けLINE構築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91640" y="2514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初対面後のフォロー特化のLINE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342900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②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1691640" y="338328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基礎:既存顧客フォロー構築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691640" y="393192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長期関係維持の発信プラン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7200" y="466344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" y="484632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③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1691640" y="4800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両者共通：自分のペースで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691640" y="534924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無理せず、できる範囲で完成させる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 / 8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今日の流れ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スライドの色で「解説」と「演習」を分けています。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486400" cy="8686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40080" y="1828800"/>
            <a:ext cx="10515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1828800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28800" y="169164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話を聞く時間（短め）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45352" y="1691640"/>
            <a:ext cx="5486400" cy="8686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428232" y="1828800"/>
            <a:ext cx="15544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28232" y="18288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119872" y="169164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手を動かす時間（長め）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27432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全体の流れ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94360" y="3374136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94360" y="3374136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783080" y="3355848"/>
            <a:ext cx="9738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応用編の2コース（中級コース／基礎組コース）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57200" y="397764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94360" y="4105656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94360" y="410565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103120" y="4087368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【中級】名刺交換者向けLINEを構築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57200" y="470916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594360" y="4837176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4360" y="483717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2103120" y="4818888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【中級】既存顧客向けLINEを構築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57200" y="544068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594360" y="5568696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94360" y="556869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6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2103120" y="5550408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【基礎組】既存顧客への発信プランを作成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 / 8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64592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6459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914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応用編の2コース ─ 自分のレベルで選ぶ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応用編は2つのコースを用意。基礎編で「コードが楽しい」と感じた方は中級、「GASは難しい」と感じた方は基礎組コースへ。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5577840" cy="4709160"/>
          </a:xfrm>
          <a:prstGeom prst="roundRect">
            <a:avLst>
              <a:gd name="adj" fmla="val 1165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182880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中級コース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423160"/>
            <a:ext cx="530352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【対象】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第11回基礎でLINE実装ができた方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【演習4・5を担当】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・名刺交換者向けの専用LINE/タグを構築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・既存顧客向けの長期フォロー設計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【ゴール】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ターゲット別に最適なLINE運用ができる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245352" y="1691640"/>
            <a:ext cx="5486400" cy="4709160"/>
          </a:xfrm>
          <a:prstGeom prst="roundRect">
            <a:avLst>
              <a:gd name="adj" fmla="val 1165"/>
            </a:avLst>
          </a:prstGeom>
          <a:solidFill>
            <a:srgbClr val="E8F0FE"/>
          </a:solidFill>
          <a:ln w="19050">
            <a:solidFill>
              <a:srgbClr val="3F51B5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28232" y="18288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🔵 基礎組コース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28232" y="2423160"/>
            <a:ext cx="521208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【対象】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「複数のLINEを使い分けるのは難しい」と感じた方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【演習6を担当】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・既存顧客への発信プランを作成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・年間の発信スケジュールを作る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【ゴール】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既存顧客との関係維持の仕組み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 / 8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4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【中級】名刺交換者向けLINEを構築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初対面後のフォロー特化のLINE導線を作ります。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名刺交換しても、その後のフォローができておらず関係が薄くなる。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名刺交換者向け専用LINE(またはタグ)+ 自動配信3日分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名刺の裏にQR/URLを記載／登録後3日間で「自己紹介+価値提示+次の一歩」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名刺用QRまたは登録URLを作成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登録後の自動配信3日分の本文をAIで作成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テスト登録して動作確認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 / 8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5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【中級】既存顧客向けLINEを構築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契約後の長期フォローに特化したLINE運用を設計します。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契約後はメールでの年1〜2回の連絡だけで、関係が薄くなりがち。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既存顧客向け年間配信プラン(月1回+季節イベント)+ 自動配信テンプレ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配信は「教育」より「人柄/季節挨拶」中心／年間スケジュール表を作る／個別性を出す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Gemini に「既存顧客向け年間配信プランを月1回+季節イベントで設計」と依頼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12ヶ月分の配信テンプレを作成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公式LINEに月次ステップとして登録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 / 8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6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【基礎組】既存顧客への発信プランを作成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コードを使わず、既存顧客に送るべきメッセージの年間スケジュールを作ります。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既存顧客とどう関わり続ければいいか分からない。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年間12ヶ月分の発信プラン(月のテーマ+具体的なお題)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GAS不要／Gemini チャットで素案を出してもらう／自分の言葉で1つだけ書いてみる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Gemini に「既存顧客向け 12ヶ月の発信プランを作って」と依頼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スプシに表形式で保存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直近1ヶ月分は実際に文章を書いて送る準備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 / 8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お疲れさまでした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公式LINE編まで完走。3軸→構成→シナリオ→実装→分析 の流れが完成しました。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今日の持ち帰り 3 点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4F8FC"/>
          </a:solidFill>
          <a:ln w="1905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40080" y="2743200"/>
            <a:ext cx="731520" cy="7315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27432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554480" y="265176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LINEが実際に動き始めた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54480" y="315468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集客の自動化が起動した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4F8FC"/>
          </a:solidFill>
          <a:ln w="1905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40080" y="4023360"/>
            <a:ext cx="731520" cy="7315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0080" y="4023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554480" y="393192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数字で改善できる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554480" y="443484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分析を見ながら回すサイクル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57200" y="507492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4F8FC"/>
          </a:solidFill>
          <a:ln w="1905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40080" y="5303520"/>
            <a:ext cx="731520" cy="7315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40080" y="5303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554480" y="521208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ターゲット別に運用できる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554480" y="571500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新規/名刺/既存 を使い分け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 / 8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第7回 GASを使いこなす（応用）（応用編） 講師用</dc:title>
  <dc:subject>PptxGenJS Presentation</dc:subject>
  <dc:creator>PptxGenJS</dc:creator>
  <cp:lastModifiedBy>PptxGenJS</cp:lastModifiedBy>
  <cp:revision>1</cp:revision>
  <dcterms:created xsi:type="dcterms:W3CDTF">2026-05-24T02:55:07Z</dcterms:created>
  <dcterms:modified xsi:type="dcterms:W3CDTF">2026-05-24T02:55:07Z</dcterms:modified>
</cp:coreProperties>
</file>