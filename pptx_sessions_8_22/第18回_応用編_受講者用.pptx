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シミュレーション結果のグラフ化と提示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応用編は「結果の自動グラフ化」と「質問テンプレ集の作成」の2本立てです。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中級:結果を自動グラフ化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スプシ→グラフ→PDF出力まで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基礎:質問テンプレ集を作成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シーン別に使える質問集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【中級】シミュレーション結果の自動グラフ化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第18回基礎で3パターン計算を作れた方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・スプシで自動グラフ化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・グラフをPDFに自動出力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計算結果が「見せられる資料」になる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「グラフ作りは難しい」と感じた方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・シーン別質問テンプレ集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・対面で活きる質問集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対面で深い質問ができる状態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【中級】結果を自動グラフ化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スプシの計算結果から、グラフを自動生成します。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グラフを毎回手で作るのが大変。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シミュレーション結果から自動でグラフを生成する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3パターンの折れ線グラフ／カテゴリ別の積み上げ棒グラフ／色とタイトルを統一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に「シミュレーション結果からグラフを自動生成する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ダミー顧客で完成イメージを確認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生成したグラフを PDF として自動出力する GAS を追加します。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グラフはできたが、顧客に渡せる PDF にする手間がかかる。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 PDF を自動出力する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ファイル名は「顧客名_日付.pdf」／Googleドライブの指定フォルダに保存／メール添付も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に「グラフを PDF 化してメール添付する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を改良してテスト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自分宛にメール送信して確認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コードを使わず、シーン別の質問集を作ります。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シーン別に最適な質問が決まっていない。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シーン別質問テンプレ集(5シーン × 各10問)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GAS不要／Geminiチャットで質問案を出してもらう／対面用に印刷可能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シーン(教育/老後/医療/相続/その他)を5つ決める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に「各シーンの質問10問」を依頼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テンプレ集として印刷可能な形にする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シミュレーション編まで完走。「数字+比較+グラフ」で説得力のある提案ができる状態に。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3パターンで説得力UP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損失回避バイアスを活用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結果が自動グラフ化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見せやすい資料が即完成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シーン別質問が揃った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対面で深掘りできる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