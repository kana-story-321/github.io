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20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複数ツール連携エージェントの構築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応用編は「複数ツール連携エージェント」と「活用シナリオ作成」の2本立てです。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中級:複数ツール連携エージェント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実業務をAIに任せる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基礎:活用シナリオ作成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自分の業務に当てはめる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【中級】複数ツール連携エージェントを構築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【中級】エージェントの監視+ログ分析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【基礎組】エージェント活用シナリオを作成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第20回基礎でエージェントを動かせた方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・複数ツール(スプシ/メール/カレンダー)連携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・エージェントの監視+ログ分析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実業務をAIが回せる状態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「実装は今は難しい」と感じた方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・エージェント活用シナリオを作成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・自分の業務に当てはめて妄想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何をAIに任せるかが明確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【中級】複数ツール連携エージェント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スプシ/メール/カレンダーを横断するエージェントを作ります。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単一ツールのエージェントは作れたが、複数ツール連携はハードルが高い。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複数ツール連携エージェント(例: スプシ→検索→メール→カレンダー)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使うツールを3つまでに絞る／各ツールの権限を最小化／中間結果を必ずログ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業務フローを「ツール×アクション」で書き出す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に「このフローをエージェント化して」と依頼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テスト実行して各ステップを確認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【中級】エージェントの監視+ログ分析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エージェントが正しく動いているかを監視する仕組みを作ります。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エージェントは動くが、何をやっているか見えない。失敗時のリカバリーも分からない。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エージェント監視シート(実行ログ+成功率+異常検知)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実行ログをスプシに記録／週次で成功率を計算／異常時はメール通知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に「監視機能を追加するコード」を依頼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ログ記録+異常通知を実装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1週間動かして成功率を測定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【基礎組】活用シナリオを作成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コードを使わず、自分の業務をエージェント化したらどうなるかをシナリオ化します。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実装は難しいが、エージェントで何ができるかを妄想したい。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活用シナリオ集(自分の業務5つ×エージェント化したらどう変わるか)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チャットで一緒にシナリオを書く／実行時間と効果を明記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自分の業務を5つ書き出す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に「各業務をエージェント化したシナリオ」を依頼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効果が高い順に並べて優先順位を付ける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AIエージェント編まで完走。「目標+ツール+ループ」で業務が回り始める感覚を体験。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エージェントの設計が分かった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目標+ツール+ループの3要素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実業務に落とせた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商談前準備が自動化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複数ツール連携も体験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AIが業務を横断的に処理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