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【オープニング】中級者向け：リマインドメール自動化。基礎組向け：商談ログをデータベース的に分析する体験。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【話す内容】「無理しない」を強調。中級コースを選んでもエラー連発で進まない場合は途中で基礎組に切替OK。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【ポイント】中級者向けの演習。エラーは Gemini との往復で解消。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【ポイント】「自動化したシステムが、いつ動かなくなるか分からない」を体感。エラー通知は実務必須。
【時間配分】15分。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【ポイント】「コードを書かなくてもこれだけできる」を体感。GASは万能ではなく、ピボットだけで十分なことも多い。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【締めトーク】GAS編はここまで。次回は別テーマに進む。
【講師補足】業務で実際に運用する際は社内ルール（自動送信メールの取扱い、データ連携の範囲など）を必ず確認、と一言。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20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複数ツール連携エージェントの構築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応用編（02）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講師用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応用編は「複数ツール連携エージェント」と「活用シナリオ作成」の2本立てです。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中級:複数ツール連携エージェント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実業務をAIに任せる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基礎:活用シナリオ作成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自分の業務に当てはめる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両者共通：自分のペースで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無理せず、できる範囲で完成させる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94360" y="33741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94360" y="33741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558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応用編の2コース（中級コース／基礎組コース）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97764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594360" y="410565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94360" y="410565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408736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【中級】複数ツール連携エージェントを構築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70916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594360" y="483717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94360" y="483717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2103120" y="481888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【中級】エージェントの監視+ログ分析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44068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594360" y="556869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94360" y="556869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55040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【基礎組】エージェント活用シナリオを作成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 ─ 自分のレベルで選ぶ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応用編は2つのコースを用意。基礎編で「コードが楽しい」と感じた方は中級、「GASは難しい」と感じた方は基礎組コースへ。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5577840" cy="4709160"/>
          </a:xfrm>
          <a:prstGeom prst="roundRect">
            <a:avLst>
              <a:gd name="adj" fmla="val 1165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2880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中級コース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23160"/>
            <a:ext cx="530352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第20回基礎でエージェントを動かせた方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【演習4・5を担当】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・複数ツール(スプシ/メール/カレンダー)連携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・エージェントの監視+ログ分析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実業務をAIが回せる状態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245352" y="1691640"/>
            <a:ext cx="5486400" cy="4709160"/>
          </a:xfrm>
          <a:prstGeom prst="roundRect">
            <a:avLst>
              <a:gd name="adj" fmla="val 1165"/>
            </a:avLst>
          </a:prstGeom>
          <a:solidFill>
            <a:srgbClr val="E8F0FE"/>
          </a:solidFill>
          <a:ln w="19050">
            <a:solidFill>
              <a:srgbClr val="3F51B5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37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🔵 基礎組コース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28232" y="2423160"/>
            <a:ext cx="521208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「実装は今は難しい」と感じた方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【演習6を担当】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・エージェント活用シナリオを作成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・自分の業務に当てはめて妄想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何をAIに任せるかが明確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【中級】複数ツール連携エージェント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スプシ/メール/カレンダーを横断するエージェントを作ります。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単一ツールのエージェントは作れたが、複数ツール連携はハードルが高い。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複数ツール連携エージェント(例: スプシ→検索→メール→カレンダー)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使うツールを3つまでに絞る／各ツールの権限を最小化／中間結果を必ずログ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業務フローを「ツール×アクション」で書き出す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Gemini に「このフローをエージェント化して」と依頼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テスト実行して各ステップを確認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【中級】エージェントの監視+ログ分析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エージェントが正しく動いているかを監視する仕組みを作ります。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エージェントは動くが、何をやっているか見えない。失敗時のリカバリーも分からない。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エージェント監視シート(実行ログ+成功率+異常検知)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実行ログをスプシに記録／週次で成功率を計算／異常時はメール通知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に「監視機能を追加するコード」を依頼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ログ記録+異常通知を実装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1週間動かして成功率を測定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【基礎組】活用シナリオを作成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コードを使わず、自分の業務をエージェント化したらどうなるかをシナリオ化します。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実装は難しいが、エージェントで何ができるかを妄想したい。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活用シナリオ集(自分の業務5つ×エージェント化したらどう変わるか)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GAS不要／Gemini チャットで一緒にシナリオを書く／実行時間と効果を明記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自分の業務を5つ書き出す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Gemini に「各業務をエージェント化したシナリオ」を依頼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効果が高い順に並べて優先順位を付ける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お疲れさまでした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AIエージェント編まで完走。「目標+ツール+ループ」で業務が回り始める感覚を体験。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今日の持ち帰り 3 点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251460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40080" y="274320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27432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554480" y="265176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エージェントの設計が分かった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554480" y="31546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目標+ツール+ループの3要素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57200" y="379476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40080" y="402336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4023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554480" y="393192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実業務に落とせた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554480" y="443484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商談前準備が自動化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57200" y="507492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40080" y="530352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40080" y="53035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554480" y="52120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複数ツール連携も体験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554480" y="571500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AIが業務を横断的に処理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GASを使いこなす（応用）（応用編）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