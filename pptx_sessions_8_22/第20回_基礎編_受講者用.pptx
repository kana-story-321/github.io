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AIエージェントの基本概念と活用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単発のAI活用から「複数ツールを連携した自律的AIエージェント」へ進化します。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AIエージェントの概念を理解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従来のチャットとの違い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業務フロー1つをエージェント化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前回の振り返り(ライフプラン提案編の完成)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AIエージェントとは何か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エージェントの設計図(目標+ツール+ループ)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【基礎組】AIに任せたい業務を10個リストアップ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ライフプラン提案編が完了。今日からは「AIエージェント」に進化します。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【第17〜19回で作ったもの】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・ヒアリングフォーム+数値化ロジック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・シミュレーション+提案資料の自動生成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単発のAI活用から「自律的に動くAIエージェント」へ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複数ツールを連携させて業務を一気通貫で自動化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エージェントは「目標+ツール+ループ」の3要素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まずは単純な業務フロー1つで体験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「目標を渡したら自動で完了させる」簡易エージェントを Gemini で作ります。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AIに「目標」だけ渡して動いてほしいが、どう作ればいいか分からない。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簡易エージェント(目標を入力→計画立案→実行→結果報告)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目標は1〜2文／使えるツール(検索/メール/カレンダー)を明示／中間結果を可視化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に「簡易エージェントの基本構造」を解説してもらう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業務フロー1つを選んで「目標→計画→実行→報告」を書く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Gemini に依頼して簡易エージェントの試作版を動かす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エージェントの設計図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良いAIエージェントは「目標+ツール+ループ」の3要素で構成されます。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エージェント設計の3要素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【1. 目標(Goal)】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・何を達成したいかを1文で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・成功条件(終了条件)を明確に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・例：「商談前に過去ログから準備メモを作る」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【2. ツール(Tools)】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・エージェントが使える機能の一覧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・検索/メール/カレンダー/スプシ など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・各ツールの「使い方」を明示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【3. ループ(Loop)】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・計画 → 実行 → 評価 → 修正 のサイクル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・成功条件を満たすまで繰り返す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・無限ループ防止の上限を設定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・最初は小さな業務(15分以内)から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・ループ回数の上限を必ず設定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・人間が最終確認できる中間出力を残す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業務フロー1つをエージェント化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実際の業務フロー1つを、エージェントとして動かします。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簡易エージェントの仕組みは分かったが、実業務に落とせていない。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商談前準備エージェント(目標→過去ログ参照→準備メモ生成→自分にメール)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業務時間15分以内のフロー／中間結果をスプシに残す／実行は手動トリガーから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業務フローを「目標+使うツール+期待結果」で言語化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に「このフローを GAS でエージェント化して」と依頼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に貼り付け、テスト実行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【基礎組】AIに任せたい業務を10個リストアップ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コードは書かず、AIに任せたい業務を整理します。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何をAIに任せればいいか分からず、活用が進まない。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AIに任せたい業務リスト(10個 × 所要時間 × 優先度)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GAS不要／毎週繰り返す業務に絞る／優先度=効果÷難易度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自分の業務を週次で書き出す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上位3つを今後の自動化候補にする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