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【オープニング】第6回の続き。商談記録GASを「実務で使える形」に育てる回。
【講師補足】第6回でついていけなかった人向けに「コードを書かないコース」も用意（演習3）。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【話す内容】前回の状態を確認して、今日のスタート位置を揃える。前回欠席者向けに簡単な説明も。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【ポイント】「同じお客様は重複させない」を AI に伝えるのがコツ。
【講師の依頼プロンプト例】「次の機能を追加してください：商談ログに記録するとき、お客様名が『顧客マスター』シートにあれば最終商談日を更新、なければ新規追加する。」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【話す内容】「自動で動く」を体感させると、業務改善のイメージが一気に広がる。
【ポイント】時間トリガーは初心者でも設定しやすい。イベントトリガーは少し慣れてから。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【講師の準備】時間トリガーの設定画面の場所を画面共有で見せる。
【ポイント】「初回設定するときに権限承認」がもう一段必要なケースあり。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【講師の意図】「GASが難しい」と感じる人を置き去りにしないコース。スプシの基礎関数だけで分析ができることを体感。
【ポイント】「GASは万能ではなく、関数で十分なこともある」を伝える。
【時間配分】20分（演習2と並行で実施可能）。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9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公式LINEの構成設計と集客導線の作り方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基礎編（01）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講師用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公式LINEを「集客の入口」から「商談予約」までの導線として設計します。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公式LINEの全体構成を設計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AIDMAの法則に沿って動線を作る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リッチメニュー+アイコンを作成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AIで画像生成までやってみる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コードが苦手な人もOK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Lステップの構造理解だけでも体験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33298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3329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14700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前回の振り返り(WEBブランディングの3軸)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3982212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39822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3963924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公式LINEの基本構成をAIDMAで設計する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544568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46314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46314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83080" y="46131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公式LINEとLステップの違い・使い分け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193792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5280660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52806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262372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リッチメニュー+アイコン画像をAIで作成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57200" y="5843016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94360" y="5929884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94360" y="59298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103120" y="5911596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【基礎組】既存LINE/SNSの導線を棚卸し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前回の振り返りと今日のテーマ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第8回でブランディング3軸ができた前提で、その3軸を活かす「公式LINE」を設計します。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ここまで作ったもの／今日のテーマ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【第8回(基礎編)で作ったもの】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・ブランディング3軸シート(誰に・何を・どんな立ち位置で)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・発信テーマ100本リスト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【第8回(応用編)で作ったもの】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・アイテマス+Googleカレンダーの予約導線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【今日のテーマ】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3軸を活かして、公式LINEで「集客→教育→商談予約」の導線を作る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AIDMAの法則をベースに構成を設計する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公式LINEの構成をAIDMAで設計する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注目→興味→欲求→記憶→行動の5段階で、LINEの構成をAIと設計します。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公式LINEは作ったが、登録者が増えない／登録後の動線が決まっていない。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AIDMA別の構成設計シート(各段階で「何を見せる」「何を聞く」を整理)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各段階1行で書く／自分のブランディング3軸に沿う／LINE特有の動線(リッチメニュー・ステップ配信)を意識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に「保険営業の公式LINEをAIDMAで構成して」と依頼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自分の3軸と現状(登録者数・配信頻度)を伝える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出力された構成案をスプシで一覧化し、優先順位を付ける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 / Lステップ / メルマガの違い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どのツールを使うかで設計が変わります。違いと使い分けを整理します。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ツール比較と使い分け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【公式LINE(無料/有料プラン)】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・配信通数に上限あり／タグ管理が限定的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・最初の検証フェーズに向く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【Lステップ(外部ツール)】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・ステップ配信・タグ管理・流入経路分析が強力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・本格運用フェーズに向く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【メルマガ】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・到達率は LINE より低いが、長文向き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・補助的に併用すると安定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【選び方の目安】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・登録者100人未満 → まず公式LINE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・100人超 → Lステップ導入を検討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リッチメニュー+アイコンをAIで作る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AIで画像を生成して、ブランディング3軸に沿ったリッチメニューを作ります。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リッチメニューは作ったほうがいいと聞くが、デザインの作り方が分からない。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AI生成画像を使ったリッチメニュー1枚(6分割または4分割)+ アイコン画像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画像生成は Gemini / Genspark / Canva 等のいずれか／3軸のトーンに合わせる／文字は最小限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に「3軸を踏まえたリッチメニューのレイアウト案」を出してもらう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画像生成AIで背景画像・アイコンを生成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Canva 等でリッチメニュー画像を組み立てて公式LINEにアップロード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【基礎組】既存LINE/SNSの導線を棚卸し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コードや画像生成はせず、現状の動線を整理して改善点を見つけます。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公式LINEはあるが、そこに人がどう来てどう動いているかを把握できていない。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現状の流入→登録→アクションの導線図(A4 1枚)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GAS不要／手書きOK／流入元(SNS/紹介/HP)別に色分けする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過去3ヶ月の登録者の流入元を思い出す/データで確認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出力された議事録をスプレッドシートにコピー＆ペースト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ボトルネック(離脱の起きやすいポイント)を1つ特定する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GASを使いこなす（応用）（基礎編）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