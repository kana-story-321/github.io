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【オープニング】第6回の続き。商談記録GASを「実務で使える形」に育てる回。
【講師補足】第6回でついていけなかった人向けに「コードを書かないコース」も用意（演習3）。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【話す内容】前回の状態を確認して、今日のスタート位置を揃える。前回欠席者向けに簡単な説明も。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【ポイント】「同じお客様は重複させない」を AI に伝えるのがコツ。
【講師の依頼プロンプト例】「次の機能を追加してください：商談ログに記録するとき、お客様名が『顧客マスター』シートにあれば最終商談日を更新、なければ新規追加する。」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【話す内容】「自動で動く」を体感させると、業務改善のイメージが一気に広がる。
【ポイント】時間トリガーは初心者でも設定しやすい。イベントトリガーは少し慣れてから。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【講師の準備】時間トリガーの設定画面の場所を画面共有で見せる。
【ポイント】「初回設定するときに権限承認」がもう一段必要なケースあり。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【講師の意図】「GASが難しい」と感じる人を置き去りにしないコース。スプシの基礎関数だけで分析ができることを体感。
【ポイント】「GASは万能ではなく、関数で十分なこともある」を伝える。
【時間配分】20分（演習2と並行で実施可能）。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19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ライフプラン提案資料をAIで作成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基礎編（01）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シミュレーション結果を「ストーリーのある提案資料」に仕上げます。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提案資料の骨子をAIで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ヒアリング+結果から自動生成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ストーリー設計で説得力UP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事実だけでなく物語に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コードが苦手な人もOK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基礎組向けのチャット活用コースを用意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6" name="Shape 14"/>
          <p:cNvSpPr/>
          <p:nvPr/>
        </p:nvSpPr>
        <p:spPr>
          <a:xfrm>
            <a:off x="594360" y="3332988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94360" y="333298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14700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前回の振り返り(シミュレーションと比較表)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0" name="Shape 18"/>
          <p:cNvSpPr/>
          <p:nvPr/>
        </p:nvSpPr>
        <p:spPr>
          <a:xfrm>
            <a:off x="594360" y="3982212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1" name="Text 19"/>
          <p:cNvSpPr/>
          <p:nvPr/>
        </p:nvSpPr>
        <p:spPr>
          <a:xfrm>
            <a:off x="594360" y="39822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3963924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提案資料の骨子をAIで作る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544568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4" name="Shape 22"/>
          <p:cNvSpPr/>
          <p:nvPr/>
        </p:nvSpPr>
        <p:spPr>
          <a:xfrm>
            <a:off x="594360" y="46314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5" name="Text 23"/>
          <p:cNvSpPr/>
          <p:nvPr/>
        </p:nvSpPr>
        <p:spPr>
          <a:xfrm>
            <a:off x="594360" y="46314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783080" y="46131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提案資料のストーリー設計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193792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8" name="Shape 26"/>
          <p:cNvSpPr/>
          <p:nvPr/>
        </p:nvSpPr>
        <p:spPr>
          <a:xfrm>
            <a:off x="594360" y="5280660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9" name="Text 27"/>
          <p:cNvSpPr/>
          <p:nvPr/>
        </p:nvSpPr>
        <p:spPr>
          <a:xfrm>
            <a:off x="594360" y="52806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262372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視覚化(図解+グラフ)で仕上げる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57200" y="5843016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2" name="Shape 30"/>
          <p:cNvSpPr/>
          <p:nvPr/>
        </p:nvSpPr>
        <p:spPr>
          <a:xfrm>
            <a:off x="594360" y="5929884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3" name="Text 31"/>
          <p:cNvSpPr/>
          <p:nvPr/>
        </p:nvSpPr>
        <p:spPr>
          <a:xfrm>
            <a:off x="594360" y="59298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2103120" y="5911596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【基礎組】既存提案資料の改善ポイント抽出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前回の振り返りと今日のテーマ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シミュレーション結果ができました。今日はそれを「提案資料」に仕上げます。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ここまでで作ったもの／今日のテーマ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【第17〜18回で作ったもの】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・ヒアリング項目+数値化ロジック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・3パターンシミュレーション+グラフ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【今日のテーマ】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結果を「提案資料」に仕上げる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ストーリー(現状→課題→対策→未来)で組み立てる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【今日の出発点】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提案資料は「数字+物語」の両輪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AIに骨子を作らせ、自分は調整に集中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提案資料の骨子をAIで作る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ヒアリング+シミュレーション結果から、提案資料の骨子をAIで生成します。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提案資料を1から作るのに毎回3〜4時間かかる。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提案資料骨子(全10ページ：表紙/現状/課題/シミュレーション/対策/まとめ)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顧客固有の情報を反映／ヒアリング+シミュ結果を素材に／1ページ1メッセージ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に「ヒアリング+シミュレーション結果を入力にして提案資料の骨子を作って」と依頼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出力された骨子を Doc/Slides に貼り付け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顧客に合わせて調整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提案資料のストーリー設計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事実の羅列ではなく「物語」として組み立てると説得力が上がります。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提案資料のストーリー構成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【ストーリーの型】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1. 現状(今の状況・気持ち)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2. 課題(放置するとどうなるか)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3. 対策(何をすれば回避できるか)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4. 未来(対策後の理想の姿)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【書き方のコツ】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・顧客の言葉をそのまま使う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・「あなたが」「あなたの」を多用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・数字は必ず「感情」とセットで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【NG パターン】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・商品説明から入る → 売り込み認定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・専門用語の羅列 → 理解されない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・他人事の表現 → 響かない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【ポイント】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・ストーリーは「顧客が主人公」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・営業マンは「ガイド役」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・商品は「武器」として最後に提示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視覚化(図解+グラフ)で仕上げる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AIで生成した骨子に、図解とグラフを入れて完成させます。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テキストばかりの提案資料で、視覚的にイメージしづらい。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完成版提案資料(図解3点+グラフ2点入り)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図解はCanvaまたはAI画像生成／グラフは前回のスプシから流用／統一感のあるデザイン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に「各ページに合う図解のアイデア」を依頼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Canva/AI画像生成で図解を作成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グラフと組み合わせて完成版に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【基礎組】既存提案資料の改善ポイント抽出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コードを使わず、既存の提案資料を AI で添削してもらいます。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既存の提案資料はあるが、改善点が分からない。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改善ポイントリスト(優先度付き)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GAS不要／PDFを Gemini に渡す／ストーリー設計の観点で添削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既存提案資料を PDF にして Gemini に渡す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出力された議事録をスプレッドシートにコピー＆ペースト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高優先度のものから3つ反映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GASを使いこなす（応用）（基礎編）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