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【オープニング】中級者向け：リマインドメール自動化。基礎組向け：商談ログをデータベース的に分析する体験。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【話す内容】「無理しない」を強調。中級コースを選んでもエラー連発で進まない場合は途中で基礎組に切替OK。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【ポイント】中級者向けの演習。エラーは Gemini との往復で解消。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【ポイント】「自動化したシステムが、いつ動かなくなるか分からない」を体感。エラー通知は実務必須。
【時間配分】15分。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【ポイント】「コードを書かなくてもこれだけできる」を体感。GASは万能ではなく、ピボットだけで十分なことも多い。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【締めトーク】GAS編はここまで。次回は別テーマに進む。
【講師補足】業務で実際に運用する際は社内ルール（自動送信メールの取扱い、データ連携の範囲など）を必ず確認、と一言。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17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ヒアリングAIフォーム化と質問テンプレ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応用編（02）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応用編は「ヒアリングのフォーム化」と「対面ヒアリング用チェックリスト」の2本立てです。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中級:Googleフォーム+GASでヒアリング自動化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回答を自動でスプシに整理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基礎:対面ヒアリングチェックリスト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モレなく聞くためのカード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両者共通：自分のペースで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無理せず、できる範囲で完成させる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33741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33741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558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応用編の2コース（中級コース／基礎組コース）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97764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410565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410565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408736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【中級】ヒアリングのGoogleフォーム化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70916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94360" y="483717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94360" y="483717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2103120" y="481888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【中級】フォーム回答→スプシ整理 GAS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44068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94360" y="556869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94360" y="556869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55040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【基礎組】対面ヒアリングチェックリスト作成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 ─ 自分のレベルで選ぶ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応用編は2つのコースを用意。基礎編で「コードが楽しい」と感じた方は中級、「GASは難しい」と感じた方は基礎組コースへ。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577840" cy="4709160"/>
          </a:xfrm>
          <a:prstGeom prst="roundRect">
            <a:avLst>
              <a:gd name="adj" fmla="val 1165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2880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中級コース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23160"/>
            <a:ext cx="530352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第17回基礎でヒアリング項目を整理できた方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【演習4・5を担当】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・ヒアリングフォーム作成+自動整理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・LP/SNSから直接ヒアリング誘導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商談前ヒアリングが自動化された状態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45352" y="1691640"/>
            <a:ext cx="5486400" cy="4709160"/>
          </a:xfrm>
          <a:prstGeom prst="roundRect">
            <a:avLst>
              <a:gd name="adj" fmla="val 1165"/>
            </a:avLst>
          </a:prstGeom>
          <a:solidFill>
            <a:srgbClr val="E8F0FE"/>
          </a:solidFill>
          <a:ln w="19050">
            <a:solidFill>
              <a:srgbClr val="3F51B5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37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🔵 基礎組コース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28232" y="2423160"/>
            <a:ext cx="521208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「対面でしっかり聞きたい」と感じた方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【演習6を担当】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・対面ヒアリング用カード作成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・聞き忘れゼロの仕組み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対面で漏れなく聞ける状態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【中級】ヒアリングのGoogleフォーム化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整理した項目を Googleフォーム化して、商談前にヒアリングを完了させます。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商談時間にヒアリングで大半を使い、提案時間が足りない。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商談前ヒアリングフォーム(回答が自動でスプシに溜まる)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質問は20問以内／必須/任意を明確に／自由記述は最小限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に「30項目を20問のフォームに編成して」と依頼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Googleフォームを作成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テスト回答してスプシに反映されるか確認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【中級】フォーム回答 → 整理GAS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フォーム回答を顧客情報シートに自動整理する GAS 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フォーム回答が来ても、顧客情報シートへの転記が手作業。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フォーム回答 → 顧客情報シート自動整理 GAS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回答が来たら自動実行(onFormSubmit)／既存顧客は更新／新規顧客は追加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に「フォーム回答を顧客情報シートに整理する GAS」を依頼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フォーム送信トリガーを設定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テスト回答で動作確認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【基礎組】対面ヒアリングチェックリスト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コードを使わず、対面で漏れなく聞けるチェックリストを作ります。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対面ヒアリングで毎回違う項目を聞き忘れる。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対面ヒアリングチェックカード(A4 1枚、30項目)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GAS不要／印刷して使える形／カテゴリで色分け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整理した30項目をカテゴリ別に並べる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に「対面で使えるチェックカードのレイアウト」を依頼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Word/Doc で印刷可能な形に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お疲れさまでした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ライフプランAIヒアリング編まで完走。提案の入口が自動化されました。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今日の持ち帰り 3 点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51460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274320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27432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554480" y="265176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ヒアリングが体系化された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54480" y="31546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聞き漏れがゼロに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57200" y="379476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40080" y="402336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4023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554480" y="393192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数値化ロジックが完成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554480" y="443484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提案の根拠が示せる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57200" y="507492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40080" y="530352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0080" y="5303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554480" y="52120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フォーム自動化も体験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554480" y="571500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AIが商談前準備を担う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GASを使いこなす（応用）（応用編）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