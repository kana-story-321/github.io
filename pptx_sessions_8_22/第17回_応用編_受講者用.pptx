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17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ヒアリングAIフォーム化と質問テンプレ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応用編は「ヒアリングのフォーム化」と「対面ヒアリング用チェックリスト」の2本立てです。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中級:Googleフォーム+GASでヒアリング自動化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回答を自動でスプシに整理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基礎:対面ヒアリングチェックリスト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モレなく聞くためのカード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【中級】ヒアリングのGoogleフォーム化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【中級】フォーム回答→スプシ整理 GAS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【基礎組】対面ヒアリングチェックリスト作成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第17回基礎でヒアリング項目を整理できた方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・ヒアリングフォーム作成+自動整理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・LP/SNSから直接ヒアリング誘導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商談前ヒアリングが自動化された状態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「対面でしっかり聞きたい」と感じた方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・対面ヒアリング用カード作成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・聞き忘れゼロの仕組み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対面で漏れなく聞ける状態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【中級】ヒアリングのGoogleフォーム化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整理した項目を Googleフォーム化して、商談前にヒアリングを完了させます。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商談時間にヒアリングで大半を使い、提案時間が足りない。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商談前ヒアリングフォーム(回答が自動でスプシに溜まる)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質問は20問以内／必須/任意を明確に／自由記述は最小限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に「30項目を20問のフォームに編成して」と依頼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Googleフォームを作成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テスト回答してスプシに反映されるか確認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【中級】フォーム回答 → 整理GAS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フォーム回答を顧客情報シートに自動整理する GAS 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フォーム回答が来ても、顧客情報シートへの転記が手作業。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フォーム回答 → 顧客情報シート自動整理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回答が来たら自動実行(onFormSubmit)／既存顧客は更新／新規顧客は追加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に「フォーム回答を顧客情報シートに整理する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フォーム送信トリガーを設定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テスト回答で動作確認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【基礎組】対面ヒアリングチェックリスト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コードを使わず、対面で漏れなく聞けるチェックリストを作ります。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対面ヒアリングで毎回違う項目を聞き忘れる。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対面ヒアリングチェックカード(A4 1枚、30項目)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GAS不要／印刷して使える形／カテゴリで色分け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整理した30項目をカテゴリ別に並べる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に「対面で使えるチェックカードのレイアウト」を依頼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Word/Doc で印刷可能な形に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ライフプランAIヒアリング編まで完走。提案の入口が自動化されました。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ヒアリングが体系化された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聞き漏れがゼロに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数値化ロジックが完成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提案の根拠が示せる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フォーム自動化も体験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AIが商談前準備を担う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