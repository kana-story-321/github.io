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ヒアリング項目整理と数値化ロジック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ライフプラン提案の入口、「ヒアリング」を AI で効率化する設計をします。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感覚的な不安を数値に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前回の振り返り(引受判定 AI 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引受判定が一段落。今日からはライフプラン提案編、まずはヒアリング設計です。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【第15〜16回で作ったもの】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・引受判定 Gem(一次判定+精度検証)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・社内共有設定+FAQ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提案の入口、ヒアリングを AI で強化する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感覚的な不安を「数値化」して可視化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ヒアリングの質が提案の質を決める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AIに項目漏れを防いでもらう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モレなく聞ける項目セットを AI と作ります。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ヒアリングが属人化していて、人によって聞き漏れがある。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ヒアリング項目シート(基本/家族/資産/不安 の4カテゴリ × 計30項目)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4カテゴリで整理／各項目は1問1答／法令上必要な項目を含める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に「保険営業のライフプランヒアリング項目を30個」と依頼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4カテゴリで整理し、社内で確認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スプシで運用版に仕上げる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なぜ「数値化」が必要か、どう数値にするかを整理します。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不安を数値にするロジック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【なぜ数値化するのか】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・「不安」は感覚で、人によって解釈が違う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・数値にすると比較・優先順位付けができる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・提案の根拠として説得力を持つ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【数値化の方法】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・年齢×イベントで「想定費用」を計算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・現在資産+将来収入-将来支出 で「不足額」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・確率(発生率)を掛けて「リスク調整後の不足額」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【具体例】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・教育資金不足：60歳までに △500万円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・老後資金不足：85歳までに △1,200万円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・医療費不安：年間 +50万円(80歳以降)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・数字に強くない人にも「赤・青信号」で見せる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・AIで自動計算→グラフ化までやる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ヒアリング結果から将来不安を数値化するロジックを設計します。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不安をどう数値化すれば良いか整理できていない。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数値化ロジック(入力 → 不足額 の計算式)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の3カテゴリ／各カテゴリで計算式を明示／前提条件も書く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に「教育/老後/医療 の不足額を計算するロジック」を依頼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計算式と前提条件をスプシにまとめる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ダミーデータで試算してみる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コードを使わず、今あるヒアリングシートを 3軸の観点で改善します。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既存のヒアリングシートはあるが、最新の業務に追いついていない。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改訂版ヒアリングシート(改善点リスト付き)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チャットで改善点を出してもらう／優先度を3段階で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既存ヒアリングシートを Gemini に貼り付け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