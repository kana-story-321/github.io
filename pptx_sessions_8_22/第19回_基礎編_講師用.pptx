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19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ライフプラン提案資料をAIで作成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シミュレーション結果を「ストーリーのある提案資料」に仕上げます。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提案資料の骨子をAIで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ヒアリング+結果から自動生成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ストーリー設計で説得力UP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事実だけでなく物語に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前回の振り返り(シミュレーションと比較表)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提案資料の骨子をAIで作る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提案資料のストーリー設計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視覚化(図解+グラフ)で仕上げる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【基礎組】既存提案資料の改善ポイント抽出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シミュレーション結果ができました。今日はそれを「提案資料」に仕上げます。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【第17〜18回で作ったもの】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・ヒアリング項目+数値化ロジック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・3パターンシミュレーション+グラフ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結果を「提案資料」に仕上げる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ストーリー(現状→課題→対策→未来)で組み立てる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提案資料は「数字+物語」の両輪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AIに骨子を作らせ、自分は調整に集中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提案資料の骨子をAIで作る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ヒアリング+シミュレーション結果から、提案資料の骨子をAIで生成します。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提案資料を1から作るのに毎回3〜4時間かかる。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提案資料骨子(全10ページ：表紙/現状/課題/シミュレーション/対策/まとめ)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顧客固有の情報を反映／ヒアリング+シミュ結果を素材に／1ページ1メッセージ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に「ヒアリング+シミュレーション結果を入力にして提案資料の骨子を作って」と依頼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出力された骨子を Doc/Slides に貼り付け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顧客に合わせて調整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提案資料のストーリー設計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事実の羅列ではなく「物語」として組み立てると説得力が上がります。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提案資料のストーリー構成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【ストーリーの型】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1. 現状(今の状況・気持ち)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2. 課題(放置するとどうなるか)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3. 対策(何をすれば回避できるか)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4. 未来(対策後の理想の姿)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【書き方のコツ】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・顧客の言葉をそのまま使う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・「あなたが」「あなたの」を多用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・数字は必ず「感情」とセットで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【NG パターン】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・商品説明から入る → 売り込み認定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・専門用語の羅列 → 理解されない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・他人事の表現 → 響かない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・ストーリーは「顧客が主人公」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・営業マンは「ガイド役」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・商品は「武器」として最後に提示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視覚化(図解+グラフ)で仕上げる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AIで生成した骨子に、図解とグラフを入れて完成させます。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テキストばかりの提案資料で、視覚的にイメージしづらい。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完成版提案資料(図解3点+グラフ2点入り)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図解はCanvaまたはAI画像生成／グラフは前回のスプシから流用／統一感のあるデザイン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に「各ページに合う図解のアイデア」を依頼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Canva/AI画像生成で図解を作成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グラフと組み合わせて完成版に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【基礎組】既存提案資料の改善ポイント抽出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コードを使わず、既存の提案資料を AI で添削してもらいます。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既存の提案資料はあるが、改善点が分からない。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改善ポイントリスト(優先度付き)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GAS不要／PDFを Gemini に渡す／ストーリー設計の観点で添削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既存提案資料を PDF にして Gemini に渡す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高優先度のものから3つ反映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