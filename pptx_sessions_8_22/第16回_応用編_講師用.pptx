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16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Gem の社内共有と FAQ 整備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応用編は「Gem の社内共有設定」と「FAQ 整備」の2本立てです。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中級:Gem を社内共有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チーム全員が同じ品質で使える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基礎:判定 FAQ 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判定結果の説明集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【中級】Gem の社内共有設定+利用ガイド作成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【中級】判定ログ分析+精度継続改善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 FAQ 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第16回基礎で Gem 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・Gem の社内共有設定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・判定ログ分析と精度改善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チーム全員で使える引受判定 AI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「自分の業務改善が先」と感じた方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・よくある判定結果の FAQ 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・顧客への説明に使える形に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判定結果を顧客に伝える表現集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【中級】Gem の社内共有設定+利用ガイド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Gem を社内で共有し、全員が使えるようにします。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は作れたが、自分だけが使っている状態。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組織共有設定済み Gem + 利用ガイド(1ページ)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利用ガイドは1ページ／免責事項を含める／更新責任者を明記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 の共有設定を「組織内全員」に変更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に「利用ガイド(1ページ)」を作らせる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ガイドを社内に展開してフィードバック収集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【中級】判定ログ分析+精度継続改善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社内利用された判定ログを集めて、精度を継続的に改善します。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社内で使い始めたが、精度が運用とともに落ちる可能性がある。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週次精度レポート(判定結果と実際の結果の一致率)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実際の引受結果を後で記録／一致率を週次で計測／不一致ケースを分析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判定ログ+実際結果を記録するスプシを作成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週次で一致率を計算する GAS を作る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不一致ケースを Gemini に分析させてプロンプト改善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 FAQ 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コードを使わず、判定結果を顧客に伝えるための FAQ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判定結果を顧客にどう伝えるかが、毎回手作業。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判定結果別 FAQ シート(20パターン × 顧客説明文)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 FAQ を作成／温度感に注意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よくある判定結果20パターンを書き出す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に「各パターンの顧客向け説明文を作って」と依頼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FAQ シートとして共有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引受判定AI編まで完走。AIで一次判定→人が最終判断 の流れが完成しました。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化で繰り返し使える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コピペ不要の業務ツール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精度検証ができた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実運用に耐える品質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社内共有まで完成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チーム全員で使える 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