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【オープニング】第6回の続き。商談記録GASを「実務で使える形」に育てる回。
【講師補足】第6回でついていけなかった人向けに「コードを書かないコース」も用意（演習3）。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【話す内容】前回の状態を確認して、今日のスタート位置を揃える。前回欠席者向けに簡単な説明も。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【ポイント】「同じお客様は重複させない」を AI に伝えるのがコツ。
【講師の依頼プロンプト例】「次の機能を追加してください：商談ログに記録するとき、お客様名が『顧客マスター』シートにあれば最終商談日を更新、なければ新規追加する。」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【話す内容】「自動で動く」を体感させると、業務改善のイメージが一気に広がる。
【ポイント】時間トリガーは初心者でも設定しやすい。イベントトリガーは少し慣れてから。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【講師の準備】時間トリガーの設定画面の場所を画面共有で見せる。
【ポイント】「初回設定するときに権限承認」がもう一段必要なケースあり。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【講師の意図】「GASが難しい」と感じる人を置き去りにしないコース。スプシの基礎関数だけで分析ができることを体感。
【ポイント】「GASは万能ではなく、関数で十分なこともある」を伝える。
【時間配分】20分（演習2と並行で実施可能）。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18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将来不安の数値化と複数パターン比較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基礎編（01）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前回設計した数値化ロジックを使い、シミュレーション結果を出します。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シミュレーションを3パターン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現状/楽観/悲観 の比較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比較表の自動生成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提案資料の素材に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コードが苦手な人もOK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基礎組向けのチャット活用コースを用意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594360" y="3332988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94360" y="3332988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14700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前回の振り返り(ヒアリング項目と数値化ロジック)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895344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594360" y="3982212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94360" y="3982212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3963924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3パターンのシミュレーションを設計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544568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94360" y="46314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594360" y="46314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1783080" y="46131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シミュレーションが響く理由(行動経済学)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193792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594360" y="5280660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94360" y="5280660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262372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パターン比較表の自動生成</a:t>
            </a:r>
            <a:endParaRPr lang="en-US" sz="2000" dirty="0"/>
          </a:p>
        </p:txBody>
      </p:sp>
      <p:sp>
        <p:nvSpPr>
          <p:cNvPr id="31" name="Shape 29"/>
          <p:cNvSpPr/>
          <p:nvPr/>
        </p:nvSpPr>
        <p:spPr>
          <a:xfrm>
            <a:off x="457200" y="5843016"/>
            <a:ext cx="11247120" cy="557784"/>
          </a:xfrm>
          <a:prstGeom prst="roundRect">
            <a:avLst>
              <a:gd name="adj" fmla="val 8197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594360" y="5929884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594360" y="5929884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2103120" y="5911596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【基礎組】「もしも質問」テンプレ作成</a:t>
            </a:r>
            <a:endParaRPr lang="en-US" sz="2000" dirty="0"/>
          </a:p>
        </p:txBody>
      </p:sp>
      <p:sp>
        <p:nvSpPr>
          <p:cNvPr id="35" name="Text 33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前回の振り返りと今日のテーマ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前回でヒアリングと数値化ができました。今日はそれを可視化します。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ここまでで作ったもの／今日のテーマ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【第17回で作ったもの】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・ヒアリング項目シート(30項目)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・数値化ロジック(教育/老後/医療)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【今日のテーマ】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ヒアリング結果から3パターンのシミュレーション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「現状/楽観/悲観」を見せて選択を促す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【今日の出発点】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人は「比較」を見せられると行動しやすい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1パターンより3パターンの方が説得力がある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3パターンのシミュレーションを設計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現状/楽観/悲観の3パターンで将来推移を計算します。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シミュレーション結果が「1パターンの不安」だけで、選択肢を提示できていない。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 × 80歳までの資産推移シミュレーション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現状=今のまま続く／楽観=理想シナリオ／悲観=主要リスク発生／各パターンの前提を明文化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に「3パターンのシミュレーションロジックを設計して」と依頼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ダミー顧客データで3パターン計算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出力をスプシに保存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シミュレーションが響く理由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なぜ「数値化＋比較」が顧客の心を動かすかを学びます。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" y="1737360"/>
            <a:ext cx="11247120" cy="4663440"/>
          </a:xfrm>
          <a:prstGeom prst="roundRect">
            <a:avLst>
              <a:gd name="adj" fmla="val 1176"/>
            </a:avLst>
          </a:prstGeom>
          <a:solidFill>
            <a:srgbClr val="F4F8FC"/>
          </a:solidFill>
          <a:ln w="19050">
            <a:solidFill>
              <a:srgbClr val="4A6FA5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640080" y="1874520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行動経済学から見るシミュレーション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68880"/>
            <a:ext cx="10972800" cy="3794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【プロスペクト理論】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人は「損失」を「利得」より約2倍重く感じる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悲観シナリオを見せると行動しやすい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【損失回避バイアス】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・「年100万円損する」より「100万円得する」の半分の動機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・悲観シナリオを「絶対回避したい」と思わせる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【選択肢の提示効果】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・1パターン → 「本当にそうか」と疑う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・3パターン → 「どれを選ぶか」と考える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・選択肢の提示=判断の促進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【ポイント】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・最初に悲観シナリオで「危機感」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・次に現状シナリオで「今のリスク」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  ・最後に楽観シナリオで「対策後の安心」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2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パターン比較表の自動生成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3パターンを見やすく比較できる表を AI で自動生成します。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計算結果を顧客に見せやすい形にまとめるのが大変。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3パターン比較表(年代別/カテゴリ別の差分が一目で分かる)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色分け(赤・黄・緑)／重要な差分はハイライト／A4 1枚に収まる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に「3パターン比較表のレイアウト」を依頼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スプシで条件付き書式を設定して色分け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ダミー顧客で完成形をプレビュー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3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【基礎組】「もしも質問」テンプレ作成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コードを使わず、シミュレーションに繋げる「もしも質問」のテンプレを作ります。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シミュレーション提案前に、顧客の意識を引き出す質問が用意できていない。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「もしも質問」テンプレ集(20問×3カテゴリ)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 チャットで質問案を出してもらう／対面で使える表現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に「ライフプラン提案前のもしも質問を20問」と依頼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出力された議事録をスプレッドシートにコピー＆ペースト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印刷して対面で使えるカードにする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GASを使いこなす（応用）（基礎編）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