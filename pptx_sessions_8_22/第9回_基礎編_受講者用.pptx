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Lovable で LP をバイブコーディング+公式LINE 構成設計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で LP を自分でバイブコーディングし、その後 公式LINE の構成を AIDMA で設計します。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で LP を作る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AIに頼んでLPをバイブコーディング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の構成を設計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で動線を組み立てる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LP/LINE の現状棚卸しから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前回の振り返り(WEBブランディング3軸)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で LP をバイブコーディング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LP→公式LINE→面談予約 の動線設計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の構成を AIDMA で設計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【基礎組】今のLP/LINE/SNSの導線を棚卸し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第8回でブランディング3軸ができた前提で、その3軸を活かす「LPと公式LINE」を作ります。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【第8回(基礎編)で作ったもの】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・ブランディング3軸シート(誰に・何を・どんな立ち位置で)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・発信テーマ100本リスト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【第8回(応用編)で作ったもの】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・アイテマス+Googleカレンダーの予約導線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3軸を反映した LP を Lovable で「バイブコーディング」して作る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公式LINE の構成を AIDMA に沿って設計し、LP→LINE→面談予約の動線を繋ぐ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で LP をバイブコーディング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Lovable(AIノーコードツール)に日本語で頼むだけで、3軸を反映した LP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LPがあるとよく聞くが、Web制作の知識がなくて作れていない。3軸も整理できたので形にしたい。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3軸とAIDMAの構成を反映した LP(公開URL付き、公式LINE登録ボタン入り)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を使う／プロンプトは「ブランディング3軸+ターゲット+CTA」を全部書く／文字量は読みやすさ優先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Lovable にログイン →「新規プロジェクト」→ 第8回で作った3軸とターゲットを伝えて LP 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生成された LP の文言・色味・画像を、Lovable に追加指示しながら修正(バイブコーディング)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公式LINE 登録ボタンを設置 → デプロイして公開URLを取得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LP→公式LINE→面談予約 の動線設計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「来てくれた人」を「面談予約」まで連れていく動線を設計します。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集客動線の3段階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【1段階目: LP】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・3軸を伝える1ページ(自己紹介+価値+CTA)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・SNS/広告/紹介からの着地点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・CTAは「公式LINE登録」一択にする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【2段階目: 公式LINE】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・登録直後のあいさつ+ステップ配信で関係構築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・興味度が上がったら面談予約へ誘導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・AIDMA(注目→興味→欲求→記憶→行動)に沿って設計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【3段階目: 面談予約】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・第8回で作ったアイテマスへ誘導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・「無料相談」など心理的ハードルを下げる名前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・各段階を1個のCTAに絞る(選択肢を増やすと離脱する)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・LP→LINE は QR+URL の両方で導線を作る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の構成を AIDMA で設計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注目→興味→欲求→記憶→行動の5段階で、LINE の構成を AI と設計します。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は作ったが、登録者の動線が決まっていない。LP からの流入も活かせていない。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AIDMA別の構成設計シート(各段階で「何を見せる」「何を聞く」を整理)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各段階1行で書く／自分のブランディング3軸に沿う／LINE特有の動線(リッチメニュー・ステップ配信)を意識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に「保険営業の公式LINEを AIDMA で構成して」と依頼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自分の3軸と LP の URL を共有して構成を組ませる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出力された構成案をスプシで一覧化し、優先順位を付ける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【基礎組】今のLP/LINE/SNSの導線を棚卸し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コードや画像生成はせず、現状の動線を整理して改善点を見つけます。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LP/LINE/SNS は持っているが、それぞれがどう繋がっているか把握できていない。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現状の流入→登録→アクションの導線図(A4 1枚)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GAS不要／手書きOK／流入元(SNS/紹介/HP)別に色分けする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過去3ヶ月の流入元を思い出す/データで確認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各チャネルから何にどう繋がっているかを書き出す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ボトルネック(離脱の起きやすいポイント)を1つ特定する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