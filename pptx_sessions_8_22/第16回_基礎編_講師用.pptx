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16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引受判定Gemを作って精度検証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前回設計した引受判定プロンプトを Gem 化し、精度を検証します。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引受判定Gemを作成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繰り返し使える形に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数十パターンで精度検証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実用に耐えるか確認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前回の振り返り(引受基準とプロンプト)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 Gem を作成する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作成のコツと社内共有方法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20パターンの精度検証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【基礎組】判定結果を活かす対応マニュアル作成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前回で引受基準とプロンプトが完成。今日は Gem 化と精度検証です。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【第15回で作ったもの】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・引受基準シート(YES/NO/要確認 20件)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・一次判定プロンプト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・NG/要確認テンプレ集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プロンプトを Gem 化して、毎回コピペ不要にする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20パターンでテストして精度を見極める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 Gem 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前回のプロンプトを Gem として登録し、繰り返し使える形にします。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プロンプトはあるが、毎回コピペで使うのが手間。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 Gem(顧客情報を入力 → 一次判定が返る)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指示文に基準シートを含める／知識(Knowledge)に NG/要確認テンプレを登録／日本語で完結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の Gem 作成画面で新規Gemを作成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指示文に前回のプロンプトを貼り付け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知識として NG/要確認テンプレをアップロード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作成のコツと社内共有方法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を「自分専用ツール」から「チーム共有ツール」にするコツを学びます。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良い Gem の条件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【指示文のコツ】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・「あなたは〇〇です」とロール設定で精度UP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・「以下の手順で考えてください」と段階指示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・「分からないときは『不明』と答えてください」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【知識(Knowledge)の活用】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・PDFや表をそのままアップロード可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・更新があったら即時反映できる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・10MB以下のファイルが安全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【社内共有】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・Gem を組織内共有設定にする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・利用ルールをドキュメントで配布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・更新履歴を残す(誰が何を変えたか)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・Gem は「育てるツール」、最初は不完全でOK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・テストパターンを積み重ねて改善する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20パターンで精度検証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テストシナリオ20件で Gem の精度を確認します。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 Gem の精度が分からない。実運用前に検証したい。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20パターンの判定結果一覧(期待値と Gem 出力の比較)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YES/NO/要確認 のバランスを揃える／既知ケースとエッジケースを混ぜる／結果はスプシで記録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テストシナリオ20件をスプシに作る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 に1件ずつ入れて結果を記録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期待値と一致しなかったケースを分析しプロンプト改善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【基礎組】判定結果を活かす対応マニュアル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の判定結果を受けて、現場でどう動くかをマニュアル化します。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AI判定の結果を受け取った後の「次の動き」が決まっていない。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判定結果別 対応フロー(YES/NO/要確認それぞれの次のアクション)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GAS不要／A4 1枚に収める／所要時間も明記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YES/NO/要確認 それぞれの次のアクションを書き出す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A4 1枚のマニュアルにまとめる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