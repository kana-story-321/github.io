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【オープニング】第6回の続き。商談記録GASを「実務で使える形」に育てる回。
【講師補足】第6回でついていけなかった人向けに「コードを書かないコース」も用意（演習3）。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【話す内容】前回の状態を確認して、今日のスタート位置を揃える。前回欠席者向けに簡単な説明も。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【ポイント】「同じお客様は重複させない」を AI に伝えるのがコツ。
【講師の依頼プロンプト例】「次の機能を追加してください：商談ログに記録するとき、お客様名が『顧客マスター』シートにあれば最終商談日を更新、なければ新規追加する。」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【話す内容】「自動で動く」を体感させると、業務改善のイメージが一気に広がる。
【ポイント】時間トリガーは初心者でも設定しやすい。イベントトリガーは少し慣れてから。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【講師の準備】時間トリガーの設定画面の場所を画面共有で見せる。
【ポイント】「初回設定するときに権限承認」がもう一段必要なケースあり。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【講師の意図】「GASが難しい」と感じる人を置き去りにしないコース。スプシの基礎関数だけで分析ができることを体感。
【ポイント】「GASは万能ではなく、関数で十分なこともある」を伝える。
【時間配分】20分（演習2と並行で実施可能）。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16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引受判定Gemを作って精度検証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基礎編（01）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前回設計した引受判定プロンプトを Gem 化し、精度を検証します。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引受判定Gemを作成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繰り返し使える形に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数十パターンで精度検証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実用に耐えるか確認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コードが苦手な人もOK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基礎組向けのチャット活用コースを用意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3298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329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14700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前回の振り返り(引受基準とプロンプト)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3982212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39822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3963924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引受判定 Gem を作成する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544568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6314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6314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83080" y="46131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 作成のコツと社内共有方法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193792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280660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2806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262372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20パターンの精度検証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57200" y="5843016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94360" y="5929884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94360" y="59298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103120" y="5911596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【基礎組】判定結果を活かす対応マニュアル作成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前回の振り返りと今日のテーマ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前回で引受基準とプロンプトが完成。今日は Gem 化と精度検証です。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ここまでで作ったもの／今日のテーマ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【第15回で作ったもの】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・引受基準シート(YES/NO/要確認 20件)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・一次判定プロンプト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・NG/要確認テンプレ集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【今日のテーマ】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プロンプトを Gem 化して、毎回コピペ不要にする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20パターンでテストして精度を見極める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引受判定 Gem を作成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前回のプロンプトを Gem として登録し、繰り返し使える形にします。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プロンプトはあるが、毎回コピペで使うのが手間。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引受判定 Gem(顧客情報を入力 → 一次判定が返る)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指示文に基準シートを含める／知識(Knowledge)に NG/要確認テンプレを登録／日本語で完結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の Gem 作成画面で新規Gemを作成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指示文に前回のプロンプトを貼り付け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知識として NG/要確認テンプレをアップロード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 作成のコツと社内共有方法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 を「自分専用ツール」から「チーム共有ツール」にするコツを学びます。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良い Gem の条件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【指示文のコツ】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・「あなたは〇〇です」とロール設定で精度UP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・「以下の手順で考えてください」と段階指示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・「分からないときは『不明』と答えてください」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【知識(Knowledge)の活用】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・PDFや表をそのままアップロード可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・更新があったら即時反映できる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・10MB以下のファイルが安全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【社内共有】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・Gem を組織内共有設定にする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・利用ルールをドキュメントで配布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・更新履歴を残す(誰が何を変えたか)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【ポイント】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・Gem は「育てるツール」、最初は不完全でOK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・テストパターンを積み重ねて改善する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20パターンで精度検証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テストシナリオ20件で Gem の精度を確認します。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作った Gem の精度が分からない。実運用前に検証したい。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20パターンの判定結果一覧(期待値と Gem 出力の比較)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YES/NO/要確認 のバランスを揃える／既知ケースとエッジケースを混ぜる／結果はスプシで記録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テストシナリオ20件をスプシに作る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 に1件ずつ入れて結果を記録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期待値と一致しなかったケースを分析しプロンプト改善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【基礎組】判定結果を活かす対応マニュアル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 の判定結果を受けて、現場でどう動くかをマニュアル化します。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AI判定の結果を受け取った後の「次の動き」が決まっていない。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判定結果別 対応フロー(YES/NO/要確認それぞれの次のアクション)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GAS不要／A4 1枚に収める／所要時間も明記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YES/NO/要確認 それぞれの次のアクションを書き出す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出力された議事録をスプレッドシートにコピー＆ペースト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A4 1枚のマニュアルにまとめる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GASを使いこなす（応用）（基礎編）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