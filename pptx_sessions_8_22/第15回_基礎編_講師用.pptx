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15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引受基準の整理とAIへの落とし込み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引受可否の判断を AI に手伝ってもらえるよう、基準を整理します。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引受基準を3段階で整理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YES/NO/要確認の分類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AIに落とし込むプロンプト設計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一次判定をAIに任せる準備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前回の振り返り(自動配信編の完成)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引受基準をYES/NO/要確認の3段階で整理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保険引受の難しさとAI活用の限界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整理した基準をプロンプトに落とし込む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【基礎組】既存の引受判断フローを棚卸し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Web集客編が一段落。今日からは「現場業務のAI化」、まず引受判定です。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【第8〜14回で作ったもの】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・WEBブランディング+公式LINE+自動配信の集客導線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現場業務のAI化、まず「引受判定」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AIに一次判定を任せて、自分は判断の最終確認に集中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引受判定は「絶対の自動化」ではなく「補助的なAI活用」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人が最終判断する前提で、効率化する範囲を見定める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引受基準を3段階で整理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よく出てくる引受シーンを「YES/NO/要確認」の3段階で整理します。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引受可否の判断が属人化していて、ベテランしか分からない。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引受基準シート(主要シーン20件×YES/NO/要確認分類)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実際の現場シーンから20件抽出／判断理由を1行で／要確認の場合のエスカレーション先も明記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過去の引受判断シーン(健康告知/年齢/職業など)を20件書き出し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に「これを YES/NO/要確認 で分類して理由を添えて」と依頼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出力をスプシに保存し、社内で確認してもらう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保険引受の難しさとAI活用の限界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なぜ引受判定は自動化が難しいか、どこまでAIに任せられるかを整理します。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引受判定の特徴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【保険引受の特徴】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・1人1人の状況が異なり、定型化が難しい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・既往歴の文言一つで判断が変わる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・最終判断は引受査定が行う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【AIに任せられる範囲】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・典型的なYES/NOケースの一次判定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・既往歴の整理と再質問項目の生成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・「要確認」の正確な判定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【AIに任せてはいけない範囲】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・最終的な引受可否の決定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・複雑な既往歴の判断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・特殊条件付き契約の判断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・AIは「典型的なYES/NO」と「要確認の検知」に集中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・最終判断は必ず人間が行う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整理した基準をプロンプトに落とし込む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20件の基準を、AIへの一次判定プロンプトに変換します。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基準は整理できたが、AIに使ってもらう形になっていない。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引受一次判定プロンプト(顧客情報を渡したらYES/NO/要確認を返す)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出力は「判定+理由+次のアクション」の3要素／要確認の場合は具体的な確認項目／免責事項を含める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に「20件の基準を踏まえた一次判定プロンプトを作って」と依頼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テスト用の顧客シナリオ10件で精度を確認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修正を加えて運用版にする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【基礎組】既存の引受判断フローを棚卸し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コードを使わず、現状の引受判断フローを書き出して整理します。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引受判断フローが属人化しており、新人が困っている。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引受判断フローチャート(よくあるシーン10件)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GAS不要／手書きOK／エスカレーション先と所要時間も書く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よくある引受シーンを10件書き出す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に「このフローの抜け漏れを指摘して」と依頼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