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8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Googleカレンダー+アイテマスで予約導線を作る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応用編は「予約導線の自動化」と「現状フロー棚卸し」の2本立て。自分のレベルに合わせて選んでください。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中級:アイテマスxカレンダーで予約GAS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HP/SNSから直接予約が入る仕組みを構築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基礎:現状の予約フローを棚卸し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コードなしで改善案を3つ書き出す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【中級】アイテマスで予約導線を自動化する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【中級】予約後の自動お礼メールGAS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【基礎組】既存予約導線の棚卸し+改善案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第8回基礎の3軸シートを作れた方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・アイテマス+Googleカレンダー連携で予約導線を自動化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・予約後の自動お礼メールGASを自作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WEBで完結する商談予約フローを完成させる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「ツール連携はちょっと苦手」と感じた方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・既存の予約方法(電話・メール・LINE)を棚卸し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・改善案を3つ書き出す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予約のボトルネックを把握する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【中級】アイテマスで予約導線を自動化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アイテマス×Googleカレンダーを連携させ、HP/SNSから直接予約が入る仕組みを作ります。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商談予約のために何往復もメールが必要で、日程調整に時間を取られている。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アイテマスの予約フォームをHP/SNSに設置し、予約がGoogleカレンダーに自動反映される状態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予約可能時間は平日10-18時／同日複数予約は不可／自動確認メールが顧客に届く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アイテマスでアカウントを作成、Googleカレンダーと連携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予約可能枠を設定(営業時間・所要時間・除外日)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予約用URLを取得してSNS/HPに掲載、テスト予約を入れて動作確認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【中級】予約後の自動お礼メールGAS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予約が入った瞬間に、お礼+面談前確認のメールを自動送付するGASを作ります。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予約は入るが、その後の確認メール送信が手作業で漏れがち。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Googleカレンダーに予約が追加されたら、自動でお礼メールを送るGAS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トリガーは時間ベース(30分ごとに新規予約を確認)／メールには面談URL(Zoom等)を自動添付／重複送信を防ぐ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に「Googleカレンダーの新規予約を検知してお礼メールを送るGAS」を依頼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GAS に貼り付け、Zoom URL や事前案内のテンプレを設定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テスト予約を入れて、お礼メールが届くかを確認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【基礎組】既存予約導線の棚卸し+改善案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コードを使わず、現状の予約フローを書き出して改善点を見つけます。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コードはちょっと苦手だが、予約導線の改善は実感がある。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現状フロー図 + 改善案3つ(A4 1枚にまとめる)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は使わない／手書きでもOK／改善案は「自分が今すぐできること」に限定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現状の予約フロー(顧客接点 → 予約完了まで)を書き出す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ボトルネック(時間・手間・ミス)を3つ特定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それぞれに「自分が今すぐできる改善案」を1つずつ書く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WEBブランディング編まで完走。「自分の見え方」をAIで設計できる感覚が掴めました。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3軸で自分を言語化できた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ブレない発信ができる土台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発信テーマは無限に作れる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AIに頼めば100本でも500本でも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予約導線も自動化できる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WEBで完結する商談予約フロー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