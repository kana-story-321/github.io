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14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スプシ→LINEへの自動配信を実装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前回までで集めた情報を、LINE/Slack/メルマガに自動配信する仕組みを完成させます。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自動配信GASを構築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スプシ→LINE/Slack 連携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エラー対応も実装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try-catch+通知メール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前回の振り返り(情報収集GAS+承認フロー)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スプシ→LINEへの自動配信GASを作る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Notify/Messaging API の使い分け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定時配信トリガー+エラー通知の実装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【基礎組】手動で1回だけLINE配信を体験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第13回で「集めて承認する」までできました。今日は「配信する」を自動化します。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【第12〜13回で作ったもの】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・配信コンセプト+情報収集GAS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・OK/NG承認フロー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OK判定された情報を、毎日決まった時間に LINE/Slack に配信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エラーで止まらない設計+異常時の通知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配信先(LINE/Slack/メルマガ)は何でもOK。仕組みは同じ。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スプシ→LINEへの自動配信GASを作る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OK判定された情報を LINE に自動配信する GAS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配信内容は溜まっているが、配信は手作業。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スプシのOK判定行を毎朝7時にLINEへ配信するGAS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一度配信したものは「配信済み」フラグで管理／LINE Messaging APIまたはLINE Notify／配信は1日3本まで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に「スプシの OK 行を LINE に配信する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LINE Messaging API のアクセストークンを取得しスクリプトプロパティに保存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GAS に貼り付け、テスト配信で動作確認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配信トリガーとエラー対応の設計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配信GAS は「止まらない」ことが命。エラー時の設計を学びます。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配信GASを止めないコツ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【時間トリガーの設計】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・毎朝7時に実行(週末は除外)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・実行ログは毎回スプシに記録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・実行漏れを検知する仕組み(直近24時間のログ確認)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【エラー対応】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・try-catch で関数全体をラップ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・エラー発生時は管理者にメール通知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・エラー内容と該当行をログに残す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【二重配信防止】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・「配信済み」フラグを必ず立てる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・配信前にフラグを再確認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・配信先が動かなくても情報収集は続ける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・配信失敗は「翌日リトライ」が安全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定時配信トリガー+エラー通知を実装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時間トリガーとエラー通知を入れて、配信を「止まらない仕組み」にします。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配信は動くが、エラーで止まると気づけない。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時間トリガー設定済み+エラー時に管理者にメール通知が届く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時間トリガーは平日7時／エラー通知は1日1回まで（同じエラーは抑制）／ログをスプシに残す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に既存コードと「try-catch+エラー通知メール+ログ記録」を追加依頼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改良コードを GAS に貼り付けて時間トリガーを設定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わざとエラーを起こして通知メールが届くかを確認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【基礎組】手動で1回だけLINE配信を体験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コードを使わず、LINEの管理画面から手動で1回だけ配信します。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GASは難しいが、まず公式LINEから配信する流れだけ体験したい。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手動で1本配信→反応を見るところまで体験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GAS不要／公式LINE管理画面から配信／配信時刻と内容を記録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第13回までに集めた情報から1本選ぶ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翌日に反応(開封/クリック)を確認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