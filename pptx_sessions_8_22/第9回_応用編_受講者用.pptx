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【オープニング】中級者向け：リマインドメール自動化。基礎組向け：商談ログをデータベース的に分析する体験。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【話す内容】「無理しない」を強調。中級コースを選んでもエラー連発で進まない場合は途中で基礎組に切替OK。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【ポイント】中級者向けの演習。エラーは Gemini との往復で解消。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【ポイント】「自動化したシステムが、いつ動かなくなるか分からない」を体感。エラー通知は実務必須。
【時間配分】15分。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【ポイント】「コードを書かなくてもこれだけできる」を体感。GASは万能ではなく、ピボットだけで十分なことも多い。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【締めトーク】GAS編はここまで。次回は別テーマに進む。
【講師補足】業務で実際に運用する際は社内ルール（自動送信メールの取扱い、データ連携の範囲など）を必ず確認、と一言。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468880"/>
            <a:ext cx="12191695" cy="109728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2578608"/>
            <a:ext cx="12191695" cy="36576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82296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 9 回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11247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GASを使いこなす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28346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4A6FA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〜 リッチメニュー+LINEからLPへの連携 〜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40233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応用編（02）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0" y="5029200"/>
            <a:ext cx="3047695" cy="640080"/>
          </a:xfrm>
          <a:prstGeom prst="roundRect">
            <a:avLst>
              <a:gd name="adj" fmla="val 11429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572000" y="5029200"/>
            <a:ext cx="30476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今日のゴール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応用編は「LINE のリッチメニュー作成」と「LP→LINE→予約の完成」の2本立てです。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82880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40080" y="201168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①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1691640" y="196596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中級:リッチメニューをAIで作る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691640" y="2514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ブランディング3軸に沿った画像生成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57200" y="324612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0080" y="342900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②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1691640" y="338328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基礎:LP/LINEの改善ポイント抽出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691640" y="393192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コードなしで改善点を5つ書き出す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457200" y="466344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40080" y="484632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③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1691640" y="4800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両者共通：自分のペースで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691640" y="534924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無理せず、できる範囲で完成させる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 / 8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今日の流れ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スライドの色で「解説」と「演習」を分けています。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691640"/>
            <a:ext cx="5486400" cy="86868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640080" y="1828800"/>
            <a:ext cx="10515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0080" y="1828800"/>
            <a:ext cx="1051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828800" y="1691640"/>
            <a:ext cx="4023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話を聞く時間（短め）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245352" y="1691640"/>
            <a:ext cx="5486400" cy="86868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6428232" y="1828800"/>
            <a:ext cx="15544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428232" y="1828800"/>
            <a:ext cx="1554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N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8119872" y="1691640"/>
            <a:ext cx="3474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手を動かす時間（長め）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57200" y="274320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全体の流れ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457200" y="324612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594360" y="3374136"/>
            <a:ext cx="1051560" cy="384048"/>
          </a:xfrm>
          <a:prstGeom prst="roundRect">
            <a:avLst>
              <a:gd name="adj" fmla="val 9524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94360" y="3374136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783080" y="3355848"/>
            <a:ext cx="9738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応用編の2コース（中級コース／基礎組コース）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457200" y="397764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594360" y="4105656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594360" y="4105656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4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2103120" y="4087368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【中級】リッチメニュー+アイコンをAIで作る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457200" y="470916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594360" y="4837176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594360" y="4837176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5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2103120" y="4818888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【中級】LP→公式LINE→予約 の動線を完成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457200" y="544068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594360" y="5568696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594360" y="5568696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6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2103120" y="5550408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【基礎組】LP/LINEの改善ポイントを書き出す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 / 8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64592"/>
            <a:ext cx="10515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64592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08760" y="9144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応用編の2コース ─ 自分のレベルで選ぶ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応用編は2つのコースを用意。基礎編で「コードが楽しい」と感じた方は中級、「GASは難しい」と感じた方は基礎組コースへ。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57200" y="1691640"/>
            <a:ext cx="5577840" cy="4709160"/>
          </a:xfrm>
          <a:prstGeom prst="roundRect">
            <a:avLst>
              <a:gd name="adj" fmla="val 1165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1828800"/>
            <a:ext cx="5303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中級コース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0080" y="2423160"/>
            <a:ext cx="5303520" cy="3886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【対象】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第9回基礎で Lovable LP と LINE 構成を作れた方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【演習4・5を担当】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・リッチメニュー+アイコンをAIで生成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・LP→公式LINE→アイテマス予約 の動線を完成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【ゴール】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集客の入口(LP)と出口(予約)が一気通貫で繋がる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245352" y="1691640"/>
            <a:ext cx="5486400" cy="4709160"/>
          </a:xfrm>
          <a:prstGeom prst="roundRect">
            <a:avLst>
              <a:gd name="adj" fmla="val 1165"/>
            </a:avLst>
          </a:prstGeom>
          <a:solidFill>
            <a:srgbClr val="E8F0FE"/>
          </a:solidFill>
          <a:ln w="19050">
            <a:solidFill>
              <a:srgbClr val="3F51B5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428232" y="1828800"/>
            <a:ext cx="5212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237E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🔵 基礎組コース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428232" y="2423160"/>
            <a:ext cx="5212080" cy="3886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【対象】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「画像生成や連携はちょっと敷居が高い」と感じた方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【演習6を担当】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・自分のLP/LINEの現状を見直す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・3軸の観点で改善ポイントを書き出す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【ゴール】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自分の集客ページの課題を明確にする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 / 8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4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【中級】リッチメニュー+アイコンをAIで作る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AIで画像を生成して、ブランディング3軸に沿ったリッチメニューを公式LINEに設置します。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リッチメニューは作ったほうがいいと聞くが、デザインの作り方が分からない。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AI生成画像を使ったリッチメニュー1枚(6分割または4分割)+ アイコン画像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画像生成は Gemini/Genspark/Canva 等のいずれか／3軸のトーンに合わせる／文字は最小限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Gemini に「3軸を踏まえたリッチメニューのレイアウト案」を出してもらう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画像生成AIで背景画像・アイコンを生成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Canva 等でリッチメニュー画像を組み立てて公式LINEにアップロード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 / 8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5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【中級】LP→LINE→予約 の動線を完成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基礎編の Lovable LP と公式LINE、第8回のアイテマス予約を一本の動線に繋ぎます。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LP・LINE・予約は揃ったが、間の繋ぎが弱く登録率/予約率が低い。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LP→公式LINE→自動応答→アイテマス予約 の動線が完成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LPに目立つCTAボタン／LINE自動応答で予約導線を案内／予約完了で第8回のアイテマスへ繋ぐ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Lovable LP にLINE登録ボタンを配置(QR+リンク両方)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LINEの「あいさつメッセージ」と「自動応答」を設定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自動応答からアイテマス予約URLへ誘導し、エンドツーエンドでテスト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 / 8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6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【基礎組】LP/LINEの改善ポイントを書き出す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今ある自分のページを「ブランディング3軸」の観点で見直します。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LP/LINE はあるが、3軸に沿った構成になっているか自信がない。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改善ポイントリスト(優先度付き、5項目以上)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GAS不要／Geminiチャットで添削してもらう／優先度は高/中/低の3段階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自分のLP/HP/LINEのスクショまたは文章を Gemini に貼り付ける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「3軸の観点で改善ポイントを5つ以上挙げて」と依頼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優先度を付けて、上から1つだけ今週中に着手する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 / 8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お疲れさまでした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LP+公式LINE編まで完走。「ブランディング3軸 → LP → LINE → 予約」の流れが繋がりました。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178308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今日の持ち帰り 3 点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457200" y="2514600"/>
            <a:ext cx="11247120" cy="1143000"/>
          </a:xfrm>
          <a:prstGeom prst="roundRect">
            <a:avLst>
              <a:gd name="adj" fmla="val 6400"/>
            </a:avLst>
          </a:prstGeom>
          <a:solidFill>
            <a:srgbClr val="F4F8FC"/>
          </a:solidFill>
          <a:ln w="1905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640080" y="2743200"/>
            <a:ext cx="731520" cy="73152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274320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1554480" y="265176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Lovable で LP が作れた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554480" y="315468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バイブコーディングでWebが作れる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457200" y="3794760"/>
            <a:ext cx="11247120" cy="1143000"/>
          </a:xfrm>
          <a:prstGeom prst="roundRect">
            <a:avLst>
              <a:gd name="adj" fmla="val 6400"/>
            </a:avLst>
          </a:prstGeom>
          <a:solidFill>
            <a:srgbClr val="F4F8FC"/>
          </a:solidFill>
          <a:ln w="1905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40080" y="4023360"/>
            <a:ext cx="731520" cy="73152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40080" y="40233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1554480" y="393192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LINE の設計を AIDMA で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554480" y="443484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導線がブレない LINE 運用ができる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457200" y="5074920"/>
            <a:ext cx="11247120" cy="1143000"/>
          </a:xfrm>
          <a:prstGeom prst="roundRect">
            <a:avLst>
              <a:gd name="adj" fmla="val 6400"/>
            </a:avLst>
          </a:prstGeom>
          <a:solidFill>
            <a:srgbClr val="F4F8FC"/>
          </a:solidFill>
          <a:ln w="1905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640080" y="5303520"/>
            <a:ext cx="731520" cy="73152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40080" y="53035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1554480" y="521208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集客の入口と出口が繋がった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1554480" y="571500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LP → LINE → 予約 の動線が完成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 / 8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第7回 GASを使いこなす（応用）（応用編） 講師用</dc:title>
  <dc:subject>PptxGenJS Presentation</dc:subject>
  <dc:creator>PptxGenJS</dc:creator>
  <cp:lastModifiedBy>PptxGenJS</cp:lastModifiedBy>
  <cp:revision>1</cp:revision>
  <dcterms:created xsi:type="dcterms:W3CDTF">2026-05-24T02:55:07Z</dcterms:created>
  <dcterms:modified xsi:type="dcterms:W3CDTF">2026-05-24T02:55:07Z</dcterms:modified>
</cp:coreProperties>
</file>