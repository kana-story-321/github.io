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リッチメニュー+LINEからLPへの連携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応用編は「LINE のリッチメニュー作成」と「LP→LINE→予約の完成」の2本立てです。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中級:リッチメニューをAIで作る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ブランディング3軸に沿った画像生成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基礎:LP/LINEの改善ポイント抽出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コードなしで改善点を5つ書き出す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【中級】LP→公式LINE→予約 の動線を完成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第9回基礎で Lovable LP と LINE 構成を作れた方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・リッチメニュー+アイコンをAIで生成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・LP→公式LINE→アイテマス予約 の動線を完成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集客の入口(LP)と出口(予約)が一気通貫で繋がる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「画像生成や連携はちょっと敷居が高い」と感じた方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・自分のLP/LINEの現状を見直す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・3軸の観点で改善ポイントを書き出す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自分の集客ページの課題を明確にする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AIで画像を生成して、ブランディング3軸に沿ったリッチメニューを公式LINEに設置します。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リッチメニューは作ったほうがいいと聞くが、デザインの作り方が分からない。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AI生成画像を使ったリッチメニュー1枚(6分割または4分割)+ アイコン画像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画像生成は Gemini/Genspark/Canva 等のいずれか／3軸のトーンに合わせる／文字は最小限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に「3軸を踏まえたリッチメニューのレイアウト案」を出してもらう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画像生成AIで背景画像・アイコンを生成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Canva 等でリッチメニュー画像を組み立てて公式LINEにアップロード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【中級】LP→LINE→予約 の動線を完成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基礎編の Lovable LP と公式LINE、第8回のアイテマス予約を一本の動線に繋ぎます。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LP・LINE・予約は揃ったが、間の繋ぎが弱く登録率/予約率が低い。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LP→公式LINE→自動応答→アイテマス予約 の動線が完成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LPに目立つCTAボタン／LINE自動応答で予約導線を案内／予約完了で第8回のアイテマスへ繋ぐ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LP にLINE登録ボタンを配置(QR+リンク両方)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LINEの「あいさつメッセージ」と「自動応答」を設定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自動応答からアイテマス予約URLへ誘導し、エンドツーエンドでテスト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今ある自分のページを「ブランディング3軸」の観点で見直します。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はあるが、3軸に沿った構成になっているか自信がない。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改善ポイントリスト(優先度付き、5項目以上)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GAS不要／Geminiチャットで添削してもらう／優先度は高/中/低の3段階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自分のLP/HP/LINEのスクショまたは文章を Gemini に貼り付ける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「3軸の観点で改善ポイントを5つ以上挙げて」と依頼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優先度を付けて、上から1つだけ今週中に着手する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LP+公式LINE編まで完走。「ブランディング3軸 → LP → LINE → 予約」の流れが繋がりました。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が作れた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バイブコーディングでWebが作れる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の設計を AIDMA で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導線がブレない LINE 運用ができる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集客の入口と出口が繋がった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→ LINE → 予約 の動線が完成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