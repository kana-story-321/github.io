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21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商談記録の分析・改善フィードバックAI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過去の商談記録を分析して、自分や新人の営業力を底上げするAIを作ります。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過去商談から成功パターンを抽出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トップ営業の暗黙知を見える化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個別商談へのフィードバックAI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自己改善を仕組み化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前回の振り返り(AIエージェント基礎)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過去商談記録からパターン抽出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営業の暗黙知をAIで言語化するコツ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個別商談のフィードバックAIを作る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【基礎組】成功事例3件をテンプレ化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エージェントの基本を学んだ前提で、「営業力向上」に活用します。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【第20回で作ったもの】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・簡易エージェント+業務フローのエージェント化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過去商談を分析して「成功パターン」を抽出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個別商談へのフィードバックAIで自己改善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新人教育にも活用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トップ営業の暗黙知を「言語化」できると組織で共有可能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過去商談記録から成功パターンを抽出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蓄積された商談記録から、AIで成功パターンを抽出します。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感覚的にうまくいった商談はあるが、何が成功要因か言語化できていない。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成功パターン分析レポート(共通点5つ+具体例)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直近6ヶ月で「成約」した商談記録10件以上／共通点は具体的に／反例も探す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過去6ヶ月の成約商談記録10件以上を準備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に「成功パターンの共通点5つを抽出して」と依頼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結果を社内で確認し、暗黙知シートに追加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営業の暗黙知をAIで言語化するコツ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なぜAIで暗黙知が言語化できるのか、その仕組みと限界を学びます。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暗黙知言語化のメカニズム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【なぜAIで言語化できるか】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・人間は「同時に多数の事例を比較」が苦手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・AIは多数事例の共通点を瞬時に発見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・「自分では気づかなかった軸」を提示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【AIが見つけられること】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・成約商談に共通する切り出し方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・成功時の「魔法のフレーズ」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・顧客属性別の最適アプローチ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【AIが見つけられないこと】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・対面の「空気感」「表情」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・本人にしか分からない経験則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・現場での即興判断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・AIの分析は「叩き台」、最後は人が解釈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・新人教育には「分かりやすい言語化」が威力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個別商談のフィードバックAIを作る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商談記録を入力すると、改善ポイントをフィードバックするAIを作ります。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商談後の振り返りが属人化していて、改善が進まない。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個別商談フィードバックAI(商談記録→改善ポイント3つ+次回アクション)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成功パターンと照らし合わせる／指摘は具体的に／褒める部分も必ず含める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に「商談フィードバックAIの設計」を依頼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成功パターンを知識として Gem に登録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過去商談3件で精度確認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【基礎組】成功事例3件をテンプレ化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コードを使わず、過去の成功事例を「テンプレ」として整理します。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成功事例が頭の中だけにあって、共有できない。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成功事例テンプレ(3件×顧客属性/切り出し/決め手/学び)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で構造化／A4 1枚に収まる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自分の成功事例3件を書き出す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新人と共有して使ってもらう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