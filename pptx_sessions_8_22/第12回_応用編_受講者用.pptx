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配信コンセプトのテンプレ化と運用設計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応用編は「コンセプトの運用テンプレ化」と「配信予定表作成」の2本立てです。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中級:運用テンプレを作成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日次/週次/月次のチェックリスト化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基礎:配信予定表の作成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具体的なスケジュールを書き出す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【中級】配信運用テンプレを作成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【中級】配信反応のセルフレビュー設計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【基礎組】配信予定表を完成させる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第12回基礎の配信コンセプトが固まった方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・配信の運用テンプレを作成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・反応のセルフレビュー設計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日次運用が回る仕組みの完成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「まずは配信を続けるのが先」と感じた方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・3ヶ月分の配信予定表を完成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・実際の原稿を1本だけ書く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配信が継続できる仕組みの基礎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【中級】配信運用テンプレを作成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日次/週次/月次のチェックリストを作り、配信運用を仕組み化します。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配信を続けたいが、運用が属人化していて続かない。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配信運用テンプレ(日次/週次/月次のチェックリスト)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各チェックは1行で具体的に／所要時間を明記／1人で回せる量に絞る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に「配信運用の日次/週次/月次チェックリストを作って」と依頼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スプシでチェックリスト化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1週間試して所要時間を計測・調整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【中級】配信反応のセルフレビュー設計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配信の反応を「見て→学ぶ→次に活かす」サイクルを仕組み化します。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配信はしているが、反応を見ても改善に繋がっていない。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週次セルフレビューシート(反応の高い配信3つ/低い3つ/学び/来週への反映)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週1回 15分で完了する量／Geminiに分析を投げる／学びは1行で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レビューシートのテンプレを作成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1週間分の配信ログを Gemini に分析させる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学びを翌週の配信に1つだけ反映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【基礎組】配信予定表を完成させる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コードを使わず、3ヶ月分の配信予定表を完成させます。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配信予定が頭の中だけにあって、形になっていない。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3ヶ月×週2回の配信予定表(具体的テーマまで決定)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チャットでテーマを提案してもらう／各テーマは20文字以内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に「3ヶ月×週2回の配信テーマを24本作って」と依頼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スプシで配信予定表として保存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直近4本だけ原稿を書いてみる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配信コンセプト設計編まで完走。ザイオンス効果を活かす配信設計の土台が完成。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配信の「軸」が言語化できた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ブレない情報配信ができる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情報収集+成形をAIに任せられる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配信1本15分以内で作れる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運用が仕組み化された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属人化せず続けられる体制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