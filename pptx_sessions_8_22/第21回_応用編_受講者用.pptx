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新人教育シミュレーション環境の構築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応用編は「新人教育用シミュレーション」と「成功事例集の作成」の2本立てです。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中級:新人教育シミュレーション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AIロープレ環境を構築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基礎:成功事例集を作成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暗黙知の見える化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【中級】ロープレ結果から教育フィードバック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第21回基礎で成功パターンを抽出できた方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・新人向けAIロープレ環境を構築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・ロープレ結果からの教育フィードバック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新人が自走で学べる教育環境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「ロープレ構築は時間がかかる」と感じた方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・暗黙知を組織で共有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組織で再現できる成功パターン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AIが顧客役になるロープレ環境を作り、新人が自走で練習できるようにします。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新人ロープレの相手をするのに時間が取られ、新人も慣れた相手としかできない。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顧客憑依型AIロープレGem(複数の顧客属性に対応)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顧客属性を3パターン(慎重/即決/比較好き)用意／会話履歴を残す／ロープレ後にフィードバック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顧客属性ごとの設定を整理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で顧客役 Gem を3パターン作成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新人で実際にロープレ→フィードバックを試す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【中級】ロープレ結果からの教育フィードバック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ロープレの会話履歴を分析して、新人に具体的な改善ポイントを返します。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ロープレ後の振り返りが感覚的で、新人がどこを直せばいいか分からない。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ロープレフィードバックAI(会話→良かった点3つ+改善点3つ)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成功パターンと比較／褒める部分を必ず先に／次回への具体アクション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ロープレ履歴を Gem に渡せる形式に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に「フィードバックGem」を作らせる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過去ロープレで精度確認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コードを使わず、組織で共有できる成功事例集を作ります。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成功事例が個人の頭の中にしかなく、組織で共有されていない。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成功事例集(10事例×顧客属性/切り出し/決め手/学び)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で形式統一／PDF にして社内共有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自分やチームから成功事例10件を集める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に「テンプレで整理して」と依頼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PDF にして社内共有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トップ営業AI編まで完走。「暗黙知の見える化+新人育成の自動化」が完成。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成功パターンが言語化された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感覚から再現可能な技術へ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フィードバックが仕組み化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自己改善のサイクル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新人教育もAIに任せられる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AIロープレ環境が稼働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