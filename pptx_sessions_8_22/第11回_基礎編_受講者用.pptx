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公式LINEのテスト配信と分析設定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前回までに作った内容を実装し、テスト配信→分析設定までを完了させます。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リッチメニュー+ステップ配信を実装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前回までの内容をLINEに登録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テスト配信+分析設定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QRコード作成と効果計測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前回の振り返り(興味度別シナリオとステップ配信本文)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前回までの内容を公式LINEに登録(設定実装)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公式LINE分析画面の見方と KPI 設定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テスト配信+QRコード作成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【基礎組】既存LINEの分析画面を見るだけ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第10回でステップ配信の本文ができました。今日は実装+テスト配信です。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【第9・10回で作ったもの】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・公式LINEのAIDMA構成+リッチメニュー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・興味度別シナリオ+ステップ配信5日分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作った内容を実際に公式LINEに登録する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テスト配信→分析画面で効果を見る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QRコード+名刺/HPへの掲載で集客を開始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前回までの内容を公式LINEに登録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リッチメニュー画像・ステップ配信本文を公式LINEの管理画面に設定します。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作った内容がローカルにあるだけで、実際のLINEには登録されていない。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公式LINE管理画面で リッチメニュー+ステップ配信5日分 が登録された状態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リッチメニューはタップ領域を正しく設定／ステップ配信は配信間隔を24時間に／文字数チェック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公式LINE管理画面にログイン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リッチメニュー画像をアップロードしてタップ領域を設定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ステップ配信5日分の本文を登録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公式LINE分析画面で見るべき3つの指標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配信改善のために、最低限見るべき指標を理解します。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見るべき指標と意味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【1. 友だち追加数の推移】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・どの流入経路(QR/LP/紹介)から登録されたか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・週次でグラフを見ると傾向が分かる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【2. メッセージ開封率/クリック率】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・送ったメッセージがどれだけ読まれたか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・低い配信はテーマを見直す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【3. ブロック率/離脱率】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・どの配信でブロックが増えたか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・3軸からズレた配信は要注意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・週1回 5分だけ確認する習慣をつける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・大事な指標を絞って見る(全部見ない)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テスト配信+QRコード作成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自分のアカウントでテスト配信し、QRコードを名刺/HPに反映します。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配信内容を登録しただけで、自分でも確認していない。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テスト配信が問題なく届く+ QRコードがダウンロードされた状態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テスト用アカウントから自分の個人LINEへ／QRはA4印刷でも読み取れる解像度／3軸のトーンに合う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自分の個人LINEで公式LINEを友だち追加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テスト配信を1通送って受信を確認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公式LINEの友だち追加QRをダウンロード→名刺/HPに反映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【基礎組】公式LINE分析画面を見るだけ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コードを使わず、現在の公式LINEの分析画面を見て現状把握します。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配信はやっているが、効果を一度も確認していない。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現状把握シート(友だち数/開封率/反応の高かった配信)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GAS不要／管理画面のスクショを貼り付けるだけでOK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公式LINE管理画面の分析タブを開く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反応が高い配信を1つ特定して「なぜ反応したか」を考察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