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19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提案資料の自動生成テンプレ化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応用編は「提案資料の自動生成テンプレ」と「比較テスト」の2本立てです。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中級:資料の自動生成テンプレ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ヒアリング→資料完成まで自動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基礎:資料の比較テスト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AB テストで効果を確認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【中級】提案資料の自動生成テンプレ作成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【中級】テンプレを Gem 化して社内共有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【基礎組】2パターンの資料で AB テスト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第19回基礎で資料を作れた方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・自動生成テンプレを作成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・テンプレを Gem 化して社内共有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提案資料が30分で完成する状態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「テンプレ化より効果検証が先」と感じた方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・2パターンの資料を作って AB テスト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・どちらが響くかを検証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資料の効果を数字で検証する目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【中級】提案資料の自動生成テンプレ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ヒアリング+シミュレーション結果から、提案資料を自動生成するテンプレを作ります。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毎回ゼロから資料を作るのが大変。再現性のあるテンプレが欲しい。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自動生成テンプレ GAS(ヒアリングシートを指定すると資料が完成)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入力はスプシ／出力は Googleスライド／顧客名+日付を自動挿入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に「提案資料の自動生成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テンプレートGoogleスライドを用意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ダミー顧客でテスト実行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【中級】テンプレを Gem 化して社内共有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自動生成テンプレを Gem 化し、社内全員が使えるようにします。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自分しか使えないテンプレで、社内に広がらない。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社内共有 Gem(提案資料生成専用)+ 利用ガイド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の指示文にテンプレロジックを反映／利用ガイドはA4 1枚／更新責任者を明記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テンプレロジックを Gem の指示文に翻訳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知識として既存の優良資料をアップロード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社内共有して使用感をフィードバック収集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【基礎組】2パターンの資料で AB テスト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コードを使わず、2パターンの資料を作って効果を比べます。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資料の効果を「感覚」で判断していて、何が良いか分からない。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2パターン × 3顧客の反応比較レポート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GAS不要／パターンの違いを1点だけに絞る／反応を数値化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既存資料を2パターン用意(例：グラフあり/なし)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3顧客で各パターンを使って反応を比較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Gemini に「結果の傾向分析」を依頼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提案資料化編まで完走。「ヒアリング→シミュ→資料」の一気通貫が完成しました。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資料作成が3時間→30分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骨子をAIに任せる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ストーリーで説得力UP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物語が顧客を動かす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テンプレ化で再現性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誰でも同じ品質で出せる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