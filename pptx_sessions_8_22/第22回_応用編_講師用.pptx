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成果発表+次のステップ設計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応用編は「成果発表」と「次の3ヶ月の計画」の2本立てです。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中級:成果を社内発表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組織への波及を起こす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基礎:振り返りシート作成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次の3ヶ月の方針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第22回基礎で統合計画ができた方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・成果を社内発表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・次の3ヶ月の組織展開計画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組織展開の起点に立つ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「まず自分で続けたい」と感じた方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・個人の振り返りシート作成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・次の3ヶ月の方針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個人の継続のための土台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65時間の成果を社内に発表し、組織への波及を起こします。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自分の中で成果は出たが、社内で共有できていない。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社内発表資料(10分プレゼン用)+ デモシナリオ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時間は10分／3つのデモを含む／効果は具体的な数字で示す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に「10分プレゼン用構成」を依頼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Googleスライドで資料を作成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デモシナリオを準備して社内発表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社内発表後の組織展開を3ヶ月の計画として作ります。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発表しただけで終わると、組織には浸透しない。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3ヶ月の組織展開計画(月次マイルストーン+責任者)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毎月の到達目標を1つに絞る／責任者と協力者を明記／効果測定指標を含める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月次マイルストーンを3つ設定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に「計画書の体裁」を整えてもらう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上司・同僚と共有してフィードバック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65時間の学びを個人で振り返り、次の3ヶ月の方針を作ります。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個別の学びは多かったが、自分の中で整理できていない。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振り返りシート(学び/活用したい3つ/次の3ヶ月の方針)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チャットと対話しながら整理／自分の言葉で書く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全21回の学びを Gemini と振り返り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活用したい3つを選んで理由を書く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次の3ヶ月の方針を1ページにまとめる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65時間の研修、完走お疲れさまでした。「自分でAI業務改善ができる」状態に到達しました。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業務に統合できた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日常で使えるAI活用フロー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組織展開の準備完了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次は仲間と一緒に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AIと共に育つ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これからも進化を続けられる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