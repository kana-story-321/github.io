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【オープニング】中級者向け：リマインドメール自動化。基礎組向け：商談ログをデータベース的に分析する体験。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【話す内容】「無理しない」を強調。中級コースを選んでもエラー連発で進まない場合は途中で基礎組に切替OK。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【ポイント】中級者向けの演習。エラーは Gemini との往復で解消。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【ポイント】「自動化したシステムが、いつ動かなくなるか分からない」を体感。エラー通知は実務必須。
【時間配分】15分。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【ポイント】「コードを書かなくてもこれだけできる」を体感。GASは万能ではなく、ピボットだけで十分なことも多い。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【締めトーク】GAS編はここまで。次回は別テーマに進む。
【講師補足】業務で実際に運用する際は社内ルール（自動送信メールの取扱い、データ連携の範囲など）を必ず確認、と一言。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22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成果発表+次のステップ設計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応用編（02）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応用編は「成果発表」と「次の3ヶ月の計画」の2本立てです。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中級:成果を社内発表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組織への波及を起こす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基礎:振り返りシート作成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次の3ヶ月の方針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両者共通：自分のペースで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無理せず、できる範囲で完成させる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741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741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558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応用編の2コース（中級コース／基礎組コース）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410565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408736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【中級】成果を社内発表する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83717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837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03120" y="481888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【中級】次の3ヶ月の組織展開計画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56869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5686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55040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【基礎組】個人の振り返りシート作成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 ─ 自分のレベルで選ぶ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応用編は2つのコースを用意。基礎編で「コードが楽しい」と感じた方は中級、「GASは難しい」と感じた方は基礎組コースへ。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中級コース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3035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第22回基礎で統合計画ができた方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【演習4・5を担当】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・成果を社内発表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・次の3ヶ月の組織展開計画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組織展開の起点に立つ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86400" cy="4709160"/>
          </a:xfrm>
          <a:prstGeom prst="roundRect">
            <a:avLst>
              <a:gd name="adj" fmla="val 1165"/>
            </a:avLst>
          </a:prstGeom>
          <a:solidFill>
            <a:srgbClr val="E8F0FE"/>
          </a:solidFill>
          <a:ln w="19050">
            <a:solidFill>
              <a:srgbClr val="3F51B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🔵 基礎組コース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28232" y="242316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「まず自分で続けたい」と感じた方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【演習6を担当】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・個人の振り返りシート作成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・次の3ヶ月の方針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個人の継続のための土台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【中級】成果を社内発表する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65時間の成果を社内に発表し、組織への波及を起こします。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自分の中で成果は出たが、社内で共有できていない。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社内発表資料(10分プレゼン用)+ デモシナリオ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時間は10分／3つのデモを含む／効果は具体的な数字で示す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に「10分プレゼン用構成」を依頼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Googleスライドで資料を作成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デモシナリオを準備して社内発表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【中級】次の3ヶ月の組織展開計画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社内発表後の組織展開を3ヶ月の計画として作ります。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発表しただけで終わると、組織には浸透しない。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3ヶ月の組織展開計画(月次マイルストーン+責任者)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毎月の到達目標を1つに絞る／責任者と協力者を明記／効果測定指標を含める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月次マイルストーンを3つ設定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に「計画書の体裁」を整えてもらう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上司・同僚と共有してフィードバック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【基礎組】個人の振り返りシート作成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65時間の学びを個人で振り返り、次の3ヶ月の方針を作ります。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個別の学びは多かったが、自分の中で整理できていない。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振り返りシート(学び/活用したい3つ/次の3ヶ月の方針)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 チャットと対話しながら整理／自分の言葉で書く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全21回の学びを Gemini と振り返り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活用したい3つを選んで理由を書く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次の3ヶ月の方針を1ページにまとめる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お疲れさまでした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65時間の研修、完走お疲れさまでした。「自分でAI業務改善ができる」状態に到達しました。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今日の持ち帰り 3 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業務に統合できた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日常で使えるAI活用フロー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組織展開の準備完了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434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次は仲間と一緒に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530352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5212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AIと共に育つ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7150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これからも進化を続けられる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GASを使いこなす（応用）（応用編）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