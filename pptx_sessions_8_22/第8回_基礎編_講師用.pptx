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8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ブランディング3軸とAIで発信テーマを量産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紹介を生むブランディングを「3軸」で設計し、AIで発信ネタを無限に作れる状態を目指します。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ブランディング3軸を整理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誰に・何を・どんな立ち位置でを言語化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発信テーマをAIで量産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SNS・ブログのネタ枯れから卒業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プロフィール添削だけでも体験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前回の振り返り(GAS編が一段落、今日からWeb編)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ブランディング3軸をAIと作る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心理学・行動経済学から見るブランディング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発信テーマ100本リストの量産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【基礎組】今のプロフィールをAIで添削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第7回までで GAS の基礎は一巡。今日からは「お客様に見つけられる仕組み」に入ります。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ここまでで作ったもの／今日からのテーマ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【第6〜7回で作ったもの】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・リマインドメール／お誕生日祝いメールの自動化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・商談文字起こし→議事録→顧客情報シート反映の流れ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【今日からのテーマ】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業務効率化(中の人)から、集客の仕組み(外への発信)へ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まずは「自分を一言で言えるブランディング」を整理する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【今日の出発点】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コードを書かなくても、AIに頼めばブランディングと発信は加速する。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ブランディング3軸シートをAIと作る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「誰に・何を・どんな立ち位置で」をAIとの対話で言語化します。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自分の強みや差別化ポイントが整理できておらず、SNS発信もテーマがブレてしまう。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ブランディング3軸シート(ターゲット／提供価値／ポジショニング を各50文字以内で言語化)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と5往復以上の対話で深掘り／3軸はそれぞれ50文字以内／自分の「好きな顧客像」をベースにする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に「保険営業の私のブランディング3軸を一緒に整理して」と依頼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自分の業務・強み・好きな顧客像・苦手な顧客像を伝えて深掘りしてもらう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出てきた3軸を Doc またはスプシに保存して、今後の発信の指針にする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ブランディングは「信頼」を生む心理学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なぜ一貫した発信が紹介を生むのか、心理学・行動経済学の観点で確認します。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ブランディングが効くメカニズム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【単純接触効果(ザイオンス効果)】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同じ人を繰り返し見ると好感度・信頼が上がる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【一貫性原理】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発信の軸がブレないと「専門性のある人」と認識される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【権威効果】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特定ジャンルで継続発信すると「その分野の人」になる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【ブランディング3軸を貫く意味】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投稿のたびに3軸を意識すると、自然と権威が積み上がる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1日1投稿 × 6ヶ月で「あの人=保険のあの人」と認識される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発信テーマを100本AIで量産する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3軸を踏まえた発信ネタを、AIで一気に書き出します。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SNSやブログのネタが続かず、毎週ネタ探しに時間を取られている。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100本の発信テーマリスト(カテゴリ別、3軸に紐付け済み)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「教育」「相談誘導」「人柄」の3カテゴリに分類／各テーマは1行30文字以内／必ず3軸のどれかに紐付ける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演習1で作った3軸を Gemini に伝える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「この3軸に沿った発信テーマを100個、3カテゴリに分けてリスト化して」と依頼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出力をスプシに貼り、配信予定表として運用する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【基礎組】今のSNS/HPプロフィールをAIで添削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コードを書かず、自分のプロフィールを3軸の観点で添削してもらいます。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SNSやHPのプロフィール文が整理できておらず、何を伝えたい人か伝わらない。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添削済みプロフィール文(200文字版・500文字版の2種類)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は使わない／Gemini チャットだけで完結／3軸の観点で添削してもらう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自分の現在のSNS/HPプロフィール文をコピー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採用版を実際のプロフィールに反映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