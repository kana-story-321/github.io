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配信コンセプトの設計とザイオンス効果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「忘れられない営業マン」になるための配信コンセプトを設計します。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ザイオンス効果を理解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なぜ定期配信が信頼を生むのか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配信コンセプトを設計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誰に・何を・どの立ち位置で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前回の振り返り(公式LINE運用が回り始めた)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配信コンセプト設計(誰に・何を・どんな立ち位置で)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ザイオンス効果と接触頻度の設計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AIで情報収集+成形プロンプトを作る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【基礎組】配信スケジュールを書き出すだけ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第11回まででLINEの仕組みが完成。今日は「有益情報配信」のコンセプト設計です。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【第8〜11回で作ったもの】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・WEBブランディング3軸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・公式LINEの実装+ステップ配信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・名刺/既存顧客向けLINE運用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定期的に「有益情報」を配信して、忘れられない営業マンになる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ザイオンス効果(単純接触効果)を狙う設計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配信コンセプトを3軸で設計する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「誰に・何を・どんな立ち位置で」配信するかを言語化します。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配信はやりたいが、何を配信すればいいか決まっていない。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配信コンセプトシート(ターゲット/コンテンツ/立ち位置/頻度 を明文化)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ブランディング3軸とは別軸で配信用に整理／頻度は週/月で具体化／競合との差別化を含める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に「保険営業の有益情報配信のコンセプトを3軸で設計して」と依頼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自分のターゲットと現状の発信を伝える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出力をスプシで保存し、今後の配信判断の基準にする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ザイオンス効果と接触頻度の設計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何回くらい接触すると「信頼」が生まれるのか、心理学の知見を確認します。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ザイオンス効果の活かし方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【ザイオンス効果とは】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同じ人を繰り返し見ると、好感度・信頼が上がる現象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ザイアンス(Robert Zajonc)の研究で実証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【適切な接触頻度】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・週1〜2回が最も効果的(2回研究)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・週3回以上だと逆効果(うるさい認定される)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・月1回以下だと忘れられる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【質より頻度】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・短文でも継続が大事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・「読まなくても見た」だけでも効果あり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・継続できる配信を設計する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【3ヶ月続けると】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・「保険のあの人」と認識される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・紹介依頼が自然に発生する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AIで情報収集+成形プロンプトを作る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配信したい情報を毎回手で集めるのは大変。AIにやってもらうプロンプトを作ります。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配信ネタを集めて成形するのに毎回1時間以上かかる。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情報収集+成形プロンプト(テーマを渡すと配信原稿が完成する)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出力フォーマットを固定／自分のコンセプトシートに沿う／LINE/メルマガで読みやすい長さ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に「テーマを渡したら配信原稿を返すプロンプトを作って」と依頼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自分のコンセプトと出力フォーマットを伝える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5つのテーマでテスト実行して精度を確認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【基礎組】配信スケジュールを書き出す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コードを使わず、何をいつ配信するかをスケジュール化します。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配信のスケジュールがなく、その場しのぎ。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3ヶ月分の配信スケジュール表(週次)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GAS不要／Geminiチャットで素案を出してもらう／週2回ペース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に「3ヶ月の配信スケジュール案を週2回で作って」と依頼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直近1週間分の配信原稿を書いてみる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