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14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配信ログ分析と改善PDCA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応用編は「配信ログのAI分析」と「改善PDCA」の2本立てです。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中級:配信ログをAI分析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反応率から改善案を生成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基礎:配信記録を残す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コードなしで記録だけ習慣化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【中級】配信ログをAIで分析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【中級】改善PDCAを仕組み化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【基礎組】配信記録シートを作るだけ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第14回基礎の自動配信GASを動かせた方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・配信ログをAI分析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・改善PDCAを仕組み化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配信が育つ仕組みの完成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「分析は今は難しい」と感じた方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・配信記録シートを作って週次振り返り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・反応の高い/低い配信を分類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自分の配信を客観視できる目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【中級】配信ログをAIで分析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過去の配信ログを AI に食わせて、反応率の高い投稿の共通点を出します。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配信は続いているが、改善ポイントが見えていない。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週次分析レポート(反応率の高い3本の共通点+改善案5つ)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スプシで配信ログを整える／Gemini に渡せる形にする／改善案は具体的アクションで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過去30日の配信ログをスプシに整える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に「反応の高い投稿の共通点と改善案」を依頼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改善案を翌週の配信に反映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【中級】改善PDCAを仕組み化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週次の分析→改善→反映のサイクルを GAS で半自動化します。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分析するのは大変。仕組み化して継続したい。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週次PDCAサイクル(自動レポート生成+週次タスク化)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毎週月曜に自動でレポートを生成／自分にメール送付／反映タスクは1つだけ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に「週次配信ログ分析レポートを毎週月曜に送る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に貼り付け、時間トリガー設定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翌週に届くレポートを確認し、改善1点を実行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【基礎組】配信記録シートを作る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コードを使わず、配信したものを記録するシートを作って週次で振り返ります。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配信した内容を記録しておらず、振り返りができない。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配信記録シート(日付/テーマ/反応/学び)+週次振り返り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GAS不要／週末に Gemini に「今週の配信を分析して」と依頼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配信記録シートをスプシで作成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1週間記録を取る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週末に Gemini に分析してもらい、来週の方針を1つ決める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有益情報自動配信編まで完走。「集める→承認→配信→分析」の一気通貫が完成。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配信が完全自動になった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集める→承認→配信が無人化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止まらない仕組み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try-catchと通知で監視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改善が継続される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週次PDCAの仕組み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