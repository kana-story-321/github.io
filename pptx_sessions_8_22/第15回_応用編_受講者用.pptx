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15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NG・要確認ケースのテンプレ整理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応用編は「NG/要確認テンプレ整理」と「エスカレーション基準作成」の2本立てです。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中級:NG/要確認テンプレを整理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迷いやすいケースを集約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基礎:エスカレーション基準作成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コードなしで判断軸を明文化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【中級】NGケーステンプレ集を作成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【中級】要確認ケースの対応マニュアル化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【基礎組】エスカレーション基準シート作成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第15回基礎で20件分類を作れた方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・NGケーステンプレ集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・要確認ケース対応マニュアル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迷いやすいケースを全員で共有できる状態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「テンプレ整理は時間がかかる」と感じた方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・自分の中のエスカレーション基準を明文化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・「いつ・誰に・何を聞くか」を整理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判断に迷ったときの「逃げ道」が見える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【中級】NGケーステンプレ集を作成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よくあるNGケースをテンプレ化し、顧客への伝え方まで含めて整理します。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NGになるケースの説明が毎回手作業で時間がかかる。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NGケーステンプレ集(10ケース×顧客への説明文)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冷たくならない表現／代替案を必ず含める／法令準拠の表現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NGになりやすいケースを10件書き出す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に「各ケースの顧客への説明文と代替案を作って」と依頼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社内で表現をチェックして運用版にする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【中級】要確認ケース対応マニュアル化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要確認になるケースの対応手順をマニュアル化します。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要確認ケースの対応に迷い、エスカレーションが遅れる。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要確認ケース対応マニュアル(10ケース×確認項目+エスカレーション基準)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確認項目は具体的に／エスカレーション先と緊急度を明記／所要時間目安も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要確認ケースを10件書き出す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に「各ケースの確認項目とエスカレーション基準を作って」と依頼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マニュアル化して社内共有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【基礎組】エスカレーション基準シート作成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コードを使わず、自分の判断軸を明文化します。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エスカレーション基準が頭の中だけで、明文化できていない。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エスカレーション基準シート(いつ/誰に/何を聞くか の表)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チャットで素案を出してもらう／実際のケース3件で検証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に「保険営業のエスカレーション基準シート」を依頼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スプシで表形式にまとめる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過去のケース3件で「このシートで判断できるか」を検証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引受判定設計編まで完走。AIに一次判定を任せられる土台が完成しました。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引受基準が言語化できた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属人化から脱却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AIに一次判定が任せられる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判断時間が半減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迷いやすいケースが見える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NG/要確認のテンプレ完備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