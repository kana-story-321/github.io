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【オープニング】中級者向け：リマインドメール自動化。基礎組向け：商談ログをデータベース的に分析する体験。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【話す内容】「無理しない」を強調。中級コースを選んでもエラー連発で進まない場合は途中で基礎組に切替OK。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【ポイント】中級者向けの演習。エラーは Gemini との往復で解消。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【ポイント】「自動化したシステムが、いつ動かなくなるか分からない」を体感。エラー通知は実務必須。
【時間配分】15分。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【ポイント】「コードを書かなくてもこれだけできる」を体感。GASは万能ではなく、ピボットだけで十分なことも多い。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【締めトーク】GAS編はここまで。次回は別テーマに進む。
【講師補足】業務で実際に運用する際は社内ルール（自動送信メールの取扱い、データ連携の範囲など）を必ず確認、と一言。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13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収集情報のスプレッドシート連携と承認フロー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応用編（02）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講師用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応用編は「収集情報の承認フロー設計」と「収集ログ分析」の2本立てです。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中級:承認フロー付きGASに進化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OK/NG判定で配信品質を担保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基礎:収集情報の評価シート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集まった情報を分類するだけ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両者共通：自分のペースで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無理せず、できる範囲で完成させる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94360" y="33741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94360" y="33741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558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応用編の2コース（中級コース／基礎組コース）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97764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594360" y="410565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94360" y="410565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408736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【中級】OK/NG判定の承認フローGASに改良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70916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594360" y="483717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94360" y="483717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2103120" y="481888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【中級】収集ログ分析+精度改善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44068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594360" y="556869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94360" y="556869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55040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【基礎組】収集情報を分類するだけ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 ─ 自分のレベルで選ぶ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応用編は2つのコースを用意。基礎編で「コードが楽しい」と感じた方は中級、「GASは難しい」と感じた方は基礎組コースへ。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5577840" cy="4709160"/>
          </a:xfrm>
          <a:prstGeom prst="roundRect">
            <a:avLst>
              <a:gd name="adj" fmla="val 1165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2880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中級コース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23160"/>
            <a:ext cx="530352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第13回基礎の情報収集GASを動かせた方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【演習4・5を担当】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・OK/NG判定で配信前に承認フロー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・収集ログを分析して精度改善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配信品質を担保した自動収集の完成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245352" y="1691640"/>
            <a:ext cx="5486400" cy="4709160"/>
          </a:xfrm>
          <a:prstGeom prst="roundRect">
            <a:avLst>
              <a:gd name="adj" fmla="val 1165"/>
            </a:avLst>
          </a:prstGeom>
          <a:solidFill>
            <a:srgbClr val="E8F0FE"/>
          </a:solidFill>
          <a:ln w="19050">
            <a:solidFill>
              <a:srgbClr val="3F51B5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37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🔵 基礎組コース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28232" y="2423160"/>
            <a:ext cx="521208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「GAS改良は難しい」と感じた方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【演習6を担当】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・収集された情報を「使う/使わない」で分類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・分類結果を次回プロンプトに反映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情報の質を自分で判断できる目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【中級】OK/NG判定の承認フローGAS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収集情報を配信前に確認できるよう、スプシで承認するフローを GAS に追加します。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自動収集はできたが、変な情報も混ざる。配信前にチェックしたい。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承認フロー付き GAS(スプシで OK にしたものだけ翌日配信候補に上がる)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スプシに「OK/NG」列を追加／GAS は OK のものだけを次工程へ渡す／NG の理由は学習用に保存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に「OK/NG 列で承認フローを追加して」と依頼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GAS に貼り付け、スプシに OK/NG 列を作成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テストで5件処理し、OK のものだけが次工程に進むことを確認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【中級】収集ログ分析+精度改善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OK/NG の判定ログを使って、プロンプトを継続改善する仕組みを作ります。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同じような NG が繰り返される。プロンプトを直したい。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週次のプロンプト改善シート(NGの傾向+改善案+反映後の効果)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週1回の振り返り／NGの傾向を Gemini に分析させる／改善は一度に1点だけ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過去1週間の OK/NG ログを Gemini に分析させる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NG の共通点と改善案を出力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プロンプトに1点だけ反映して、翌週の OK 率を測定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【基礎組】収集情報を分類するだけ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コードを使わず、集まった情報を「使う/使わない」で分類します。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情報が集まっても、どれを使うか判断ができていない。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1週間分の収集情報を「OK/NG」で分類したスプシ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GAS不要／OK/NG の理由を1行で書く／週末に振り返り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1週間分の収集情報をスプシで一覧化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それぞれを「OK/NG」で判定し、理由を1行記入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週末に Gemini に「自分の判断軸」を整理してもらう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お疲れさまでした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情報収集GAS編まで完走。配信ネタが自動で集まる仕組みが完成しました。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今日の持ち帰り 3 点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251460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40080" y="274320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27432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554480" y="265176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情報収集が自動化された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554480" y="31546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毎朝5本の候補が並ぶ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57200" y="379476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40080" y="402336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40233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554480" y="393192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品質をスプシで担保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554480" y="443484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OK/NG判定で配信品質を維持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457200" y="507492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40080" y="530352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40080" y="53035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554480" y="52120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プロンプトが育つ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554480" y="571500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使い続けるほど精度が上がる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GASを使いこなす（応用）（応用編）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