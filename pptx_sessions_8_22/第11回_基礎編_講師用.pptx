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【オープニング】第6回の続き。商談記録GASを「実務で使える形」に育てる回。
【講師補足】第6回でついていけなかった人向けに「コードを書かないコース」も用意（演習3）。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【話す内容】前回の状態を確認して、今日のスタート位置を揃える。前回欠席者向けに簡単な説明も。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【ポイント】「同じお客様は重複させない」を AI に伝えるのがコツ。
【講師の依頼プロンプト例】「次の機能を追加してください：商談ログに記録するとき、お客様名が『顧客マスター』シートにあれば最終商談日を更新、なければ新規追加する。」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【話す内容】「自動で動く」を体感させると、業務改善のイメージが一気に広がる。
【ポイント】時間トリガーは初心者でも設定しやすい。イベントトリガーは少し慣れてから。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【講師の準備】時間トリガーの設定画面の場所を画面共有で見せる。
【ポイント】「初回設定するときに権限承認」がもう一段必要なケースあり。
【時間配分】20分。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【講師の意図】「GASが難しい」と感じる人を置き去りにしないコース。スプシの基礎関数だけで分析ができることを体感。
【ポイント】「GASは万能ではなく、関数で十分なこともある」を伝える。
【時間配分】20分（演習2と並行で実施可能）。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468880"/>
            <a:ext cx="12191695" cy="10972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2578608"/>
            <a:ext cx="12191695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 11 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GASを使いこなす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4A6FA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〜 公式LINEのテスト配信と分析設定 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基礎編（01）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047695" cy="640080"/>
          </a:xfrm>
          <a:prstGeom prst="roundRect">
            <a:avLst>
              <a:gd name="adj" fmla="val 11429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4572000" y="5029200"/>
            <a:ext cx="30476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今日のゴール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前回までに作った内容を実装し、テスト配信→分析設定までを完了させます。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Text 5"/>
          <p:cNvSpPr/>
          <p:nvPr/>
        </p:nvSpPr>
        <p:spPr>
          <a:xfrm>
            <a:off x="640080" y="201168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91640" y="196596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リッチメニュー+ステップ配信を実装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91640" y="2514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前回までの内容をLINEに登録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Text 9"/>
          <p:cNvSpPr/>
          <p:nvPr/>
        </p:nvSpPr>
        <p:spPr>
          <a:xfrm>
            <a:off x="640080" y="34290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691640" y="338328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テスト配信+分析設定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691640" y="393192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QRコード作成と効果計測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7200" y="4663440"/>
            <a:ext cx="11247120" cy="1280160"/>
          </a:xfrm>
          <a:prstGeom prst="roundRect">
            <a:avLst>
              <a:gd name="adj" fmla="val 4286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5" name="Text 13"/>
          <p:cNvSpPr/>
          <p:nvPr/>
        </p:nvSpPr>
        <p:spPr>
          <a:xfrm>
            <a:off x="640080" y="484632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1691640" y="480060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コードが苦手な人もOK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691640" y="5349240"/>
            <a:ext cx="95554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基礎組向けのチャット活用コースを用意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8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今日の流れ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スライドの色で「解説」と「演習」を分けています。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5486400" cy="86868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7" name="Shape 5"/>
          <p:cNvSpPr/>
          <p:nvPr/>
        </p:nvSpPr>
        <p:spPr>
          <a:xfrm>
            <a:off x="640080" y="1828800"/>
            <a:ext cx="10515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8" name="Text 6"/>
          <p:cNvSpPr/>
          <p:nvPr/>
        </p:nvSpPr>
        <p:spPr>
          <a:xfrm>
            <a:off x="640080" y="182880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話を聞く時間（短め）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45352" y="1691640"/>
            <a:ext cx="5486400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1" name="Shape 9"/>
          <p:cNvSpPr/>
          <p:nvPr/>
        </p:nvSpPr>
        <p:spPr>
          <a:xfrm>
            <a:off x="6428232" y="1828800"/>
            <a:ext cx="15544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2" name="Text 10"/>
          <p:cNvSpPr/>
          <p:nvPr/>
        </p:nvSpPr>
        <p:spPr>
          <a:xfrm>
            <a:off x="6428232" y="1828800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19872" y="1691640"/>
            <a:ext cx="3474720" cy="868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手を動かす時間（長め）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" y="274320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全体の流れ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3246120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6" name="Shape 14"/>
          <p:cNvSpPr/>
          <p:nvPr/>
        </p:nvSpPr>
        <p:spPr>
          <a:xfrm>
            <a:off x="594360" y="3332988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94360" y="3332988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314700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前回の振り返り(興味度別シナリオとステップ配信本文)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57200" y="3895344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0" name="Shape 18"/>
          <p:cNvSpPr/>
          <p:nvPr/>
        </p:nvSpPr>
        <p:spPr>
          <a:xfrm>
            <a:off x="594360" y="3982212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1" name="Text 19"/>
          <p:cNvSpPr/>
          <p:nvPr/>
        </p:nvSpPr>
        <p:spPr>
          <a:xfrm>
            <a:off x="594360" y="39822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2103120" y="396392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前回までの内容を公式LINEに登録(設定実装)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57200" y="4544568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4F8FC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4" name="Shape 22"/>
          <p:cNvSpPr/>
          <p:nvPr/>
        </p:nvSpPr>
        <p:spPr>
          <a:xfrm>
            <a:off x="594360" y="4631436"/>
            <a:ext cx="1051560" cy="384048"/>
          </a:xfrm>
          <a:prstGeom prst="roundRect">
            <a:avLst>
              <a:gd name="adj" fmla="val 9524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5" name="Text 23"/>
          <p:cNvSpPr/>
          <p:nvPr/>
        </p:nvSpPr>
        <p:spPr>
          <a:xfrm>
            <a:off x="594360" y="4631436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783080" y="4613148"/>
            <a:ext cx="973836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公式LINE分析画面の見方と KPI 設定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57200" y="5193792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8" name="Shape 26"/>
          <p:cNvSpPr/>
          <p:nvPr/>
        </p:nvSpPr>
        <p:spPr>
          <a:xfrm>
            <a:off x="594360" y="5280660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29" name="Text 27"/>
          <p:cNvSpPr/>
          <p:nvPr/>
        </p:nvSpPr>
        <p:spPr>
          <a:xfrm>
            <a:off x="594360" y="52806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103120" y="526237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テスト配信+QRコード作成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57200" y="5843016"/>
            <a:ext cx="11247120" cy="557784"/>
          </a:xfrm>
          <a:prstGeom prst="roundRect">
            <a:avLst>
              <a:gd name="adj" fmla="val 8197"/>
            </a:avLst>
          </a:prstGeom>
          <a:solidFill>
            <a:srgbClr val="FFF4E5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2" name="Shape 30"/>
          <p:cNvSpPr/>
          <p:nvPr/>
        </p:nvSpPr>
        <p:spPr>
          <a:xfrm>
            <a:off x="594360" y="5929884"/>
            <a:ext cx="1371600" cy="384048"/>
          </a:xfrm>
          <a:prstGeom prst="roundRect">
            <a:avLst>
              <a:gd name="adj" fmla="val 9524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3" name="Text 31"/>
          <p:cNvSpPr/>
          <p:nvPr/>
        </p:nvSpPr>
        <p:spPr>
          <a:xfrm>
            <a:off x="594360" y="59298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103120" y="591159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【基礎組】既存LINEの分析画面を見るだけ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8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前回の振り返りと今日のテーマ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第10回でステップ配信の本文ができました。今日は実装+テスト配信です。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ここまでで作ったもの／今日のテーマ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【第9・10回で作ったもの】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・公式LINEのAIDMA構成+リッチメニュー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・興味度別シナリオ+ステップ配信5日分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【今日のテーマ】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作った内容を実際に公式LINEに登録する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テスト配信→分析画面で効果を見る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QRコード+名刺/HPへの掲載で集客を開始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8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前回までの内容を公式LINEに登録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リッチメニュー画像・ステップ配信本文を公式LINEの管理画面に設定します。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作った内容がローカルにあるだけで、実際のLINEには登録されていない。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公式LINE管理画面で リッチメニュー+ステップ配信5日分 が登録された状態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リッチメニューはタップ領域を正しく設定／ステップ配信は配信間隔を24時間に／文字数チェック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公式LINE管理画面にログイン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リッチメニュー画像をアップロードしてタップ領域を設定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ステップ配信5日分の本文を登録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8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64592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6459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解説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9144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公式LINE分析画面で見るべき3つの指標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配信改善のために、最低限見るべき指標を理解します。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11247120" cy="4663440"/>
          </a:xfrm>
          <a:prstGeom prst="roundRect">
            <a:avLst>
              <a:gd name="adj" fmla="val 1176"/>
            </a:avLst>
          </a:prstGeom>
          <a:solidFill>
            <a:srgbClr val="F4F8FC"/>
          </a:solidFill>
          <a:ln w="19050">
            <a:solidFill>
              <a:srgbClr val="4A6FA5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64008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見るべき指標と意味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10972800" cy="3794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【1. 友だち追加数の推移】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・どの流入経路(QR/LP/紹介)から登録されたか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・週次でグラフを見ると傾向が分かる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【2. メッセージ開封率/クリック率】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・送ったメッセージがどれだけ読まれたか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・低い配信はテーマを見直す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【3. ブロック率/離脱率】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・どの配信でブロックが増えたか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・3軸からズレた配信は要注意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/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【ポイント】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・週1回 5分だけ確認する習慣をつける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 ・大事な指標を絞って見る(全部見ない)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8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テスト配信+QRコード作成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自分のアカウントでテスト配信し、QRコードを名刺/HPに反映します。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配信内容を登録しただけで、自分でも確認していない。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テスト配信が問題なく届く+ QRコードがダウンロードされた状態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テスト用アカウントから自分の個人LINEへ／QRはA4印刷でも読み取れる解像度／3軸のトーンに合う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自分の個人LINEで公式LINEを友だち追加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テスト配信を1通送って受信を確認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公式LINEの友だち追加QRをダウンロード→名刺/HPに反映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8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E08300"/>
          </a:solidFill>
          <a:ln w="12700">
            <a:solidFill>
              <a:srgbClr val="E083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4" name="Shape 2"/>
          <p:cNvSpPr/>
          <p:nvPr/>
        </p:nvSpPr>
        <p:spPr>
          <a:xfrm>
            <a:off x="274320" y="1371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5" name="Text 3"/>
          <p:cNvSpPr/>
          <p:nvPr/>
        </p:nvSpPr>
        <p:spPr>
          <a:xfrm>
            <a:off x="274320" y="1371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39C1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演習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194560" y="914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【基礎組】公式LINE分析画面を見るだけ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コードを使わず、現在の公式LINEの分析画面を見て現状把握します。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1430000" cy="3657600"/>
          </a:xfrm>
          <a:prstGeom prst="roundRect">
            <a:avLst>
              <a:gd name="adj" fmla="val 1500"/>
            </a:avLst>
          </a:prstGeom>
          <a:solidFill>
            <a:srgbClr val="FFF4E5"/>
          </a:solidFill>
          <a:ln w="19050">
            <a:solidFill>
              <a:srgbClr val="FF980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9" name="Text 7"/>
          <p:cNvSpPr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🟠 お題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シチュエーション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配信はやっているが、効果を一度も確認していない。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作るもの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現状把握シート(友だち数/開封率/反応の高かった配信)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9436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▼ 制約・こだわり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1092708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GAS不要／管理画面のスクショを貼り付けるだけでOK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65760" y="530352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0FAF0"/>
          </a:solidFill>
          <a:ln w="25400">
            <a:solidFill>
              <a:srgbClr val="4CAF50"/>
            </a:solidFill>
            <a:prstDash val="solid"/>
          </a:ln>
        </p:spPr>
        <p:txBody>
          <a:bodyPr wrap="square">
            <a:normAutofit/>
          </a:bodyPr>
          <a:p/>
        </p:txBody>
      </p:sp>
      <p:sp>
        <p:nvSpPr>
          <p:cNvPr id="17" name="Text 15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▶ やってみよう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31520" y="585216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1. 公式LINE管理画面の分析タブを開く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1520" y="606552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2. 出力された議事録をスプレッドシートにコピー＆ペースト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278880"/>
            <a:ext cx="10881360" cy="213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3. 反応が高い配信を1つ特定して「なぜ反応したか」を考察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6539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8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第7回 GASを使いこなす（応用）（基礎編） 講師用</dc:title>
  <dc:subject>PptxGenJS Presentation</dc:subject>
  <dc:creator>PptxGenJS</dc:creator>
  <cp:lastModifiedBy>PptxGenJS</cp:lastModifiedBy>
  <cp:revision>1</cp:revision>
  <dcterms:created xsi:type="dcterms:W3CDTF">2026-05-24T02:55:07Z</dcterms:created>
  <dcterms:modified xsi:type="dcterms:W3CDTF">2026-05-24T02:55:07Z</dcterms:modified>
</cp:coreProperties>
</file>