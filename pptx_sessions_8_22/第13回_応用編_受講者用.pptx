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13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収集情報のスプレッドシート連携と承認フロー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応用編は「収集情報の承認フロー設計」と「収集ログ分析」の2本立てです。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中級:承認フロー付きGASに進化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OK/NG判定で配信品質を担保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基礎:収集情報の評価シート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集まった情報を分類するだけ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【中級】OK/NG判定の承認フローGASに改良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【中級】収集ログ分析+精度改善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【基礎組】収集情報を分類するだけ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第13回基礎の情報収集GASを動かせた方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・OK/NG判定で配信前に承認フロー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・収集ログを分析して精度改善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配信品質を担保した自動収集の完成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「GAS改良は難しい」と感じた方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・収集された情報を「使う/使わない」で分類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・分類結果を次回プロンプトに反映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情報の質を自分で判断できる目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【中級】OK/NG判定の承認フローGAS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収集情報を配信前に確認できるよう、スプシで承認するフローを GAS に追加します。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自動収集はできたが、変な情報も混ざる。配信前にチェックしたい。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承認フロー付き GAS(スプシで OK にしたものだけ翌日配信候補に上がる)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スプシに「OK/NG」列を追加／GAS は OK のものだけを次工程へ渡す／NG の理由は学習用に保存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に「OK/NG 列で承認フローを追加して」と依頼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GAS に貼り付け、スプシに OK/NG 列を作成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テストで5件処理し、OK のものだけが次工程に進むことを確認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【中級】収集ログ分析+精度改善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OK/NG の判定ログを使って、プロンプトを継続改善する仕組みを作ります。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同じような NG が繰り返される。プロンプトを直したい。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週次のプロンプト改善シート(NGの傾向+改善案+反映後の効果)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週1回の振り返り／NGの傾向を Gemini に分析させる／改善は一度に1点だけ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過去1週間の OK/NG ログを Gemini に分析させる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NG の共通点と改善案を出力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プロンプトに1点だけ反映して、翌週の OK 率を測定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【基礎組】収集情報を分類するだけ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コードを使わず、集まった情報を「使う/使わない」で分類します。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情報が集まっても、どれを使うか判断ができていない。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1週間分の収集情報を「OK/NG」で分類したスプシ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GAS不要／OK/NG の理由を1行で書く／週末に振り返り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1週間分の収集情報をスプシで一覧化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それぞれを「OK/NG」で判定し、理由を1行記入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週末に Gemini に「自分の判断軸」を整理してもらう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情報収集GAS編まで完走。配信ネタが自動で集まる仕組みが完成しました。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情報収集が自動化された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毎朝5本の候補が並ぶ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品質をスプシで担保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OK/NG判定で配信品質を維持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プロンプトが育つ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使い続けるほど精度が上がる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