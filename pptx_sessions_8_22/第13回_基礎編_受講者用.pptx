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13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情報収集GASを自分でバイブコーディング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配信ネタを毎日自動で集める GAS を自分で作ります。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情報収集GASを自作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バイブコーディングで構築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配信原稿としてそのまま使える形に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前回の振り返り(配信コンセプトと成形プロンプト)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情報収集GASをバイブコーディング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情報源とプロンプトの設計のコツ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出力フォーマットを固定化する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【基礎組】Geminiチャットで情報収集を体験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前回でコンセプトとプロンプトが完成。今日はそれを自動化する GAS を作ります。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【第12回で作ったもの】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・配信コンセプトシート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・情報収集+成形プロンプト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情報収集を「手作業」から「GAS で自動」へ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毎朝スプシに配信候補が並んでいる状態を作る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バイブコーディングのコツ：仕様を細かく日本語で伝える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情報収集GASをバイブコーディング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配信ネタを毎日自動収集する GAS を、Gemini に依頼して作ります。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配信ネタの収集に毎日30分以上かかる。自動化したい。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毎朝スプシに「今日の配信候補」5本が並ぶ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時間トリガーで毎朝6時に実行／配信コンセプトに沿うテーマのみ／出力は配信原稿の形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に「配信コンセプトに沿う情報を毎日5本収集する GAS 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自分のコンセプトと前回のプロンプトを渡す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GAS に貼り付け、時間トリガーを設定して翌朝確認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情報源とプロンプト設計のコツ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良い情報を集めるには「情報源」と「指示の出し方」が鍵です。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集める情報の質を上げる方法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【情報源の選び方】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・公的機関(金融庁/厚労省/国税庁)→ 信頼性最強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・業界誌(保険毎日新聞など)→ 専門性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・大手メディア → 一般読者向け話題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【プロンプトのコツ】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・「ターゲット読者」を具体的に指定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・「読後アクション」を明示(教育/相談誘導/共感)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・「文字数」「文体」「絵文字の有無」も指定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【質を担保する仕組み】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・出力に「情報源URL」を必ず含める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・人間が最終チェック(配信OK/NG をスプシで判定)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・ハルシネーション対策のため数値・固有名詞は要確認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出力フォーマットを固定化する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配信原稿として「そのまま使える」形に出力を統一します。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出力がバラバラで、毎回手直しが必要。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フォーマット固定版GAS(タイトル+本文+ハッシュタグ+情報源URL)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タイトル25文字以内/本文300文字以内/ハッシュタグ3つ/情報源URLを必ず含める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に既存コードと「出力フォーマットを固定して」と依頼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改良コードを GAS に貼り付け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5回実行して、同じフォーマットで出るかを確認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【基礎組】Geminiチャットで情報収集を体験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コードを使わず、Gemini チャットで毎日の情報収集を体験します。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は難しい。まずチャットで情報収集を体験したい。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1週間分(7日)の配信候補リスト(各日5本)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チャットに毎日テーマを変えて依頼／スプシに保存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に「配信コンセプトに沿った今日の情報5本」を依頼(Day1)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7日分溜まったら配信OKなものを選んで配信に使う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