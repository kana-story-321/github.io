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【オープニング】中級者向け：リマインドメール自動化。基礎組向け：商談ログをデータベース的に分析する体験。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【話す内容】「無理しない」を強調。中級コースを選んでもエラー連発で進まない場合は途中で基礎組に切替OK。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【ポイント】中級者向けの演習。エラーは Gemini との往復で解消。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【ポイント】「自動化したシステムが、いつ動かなくなるか分からない」を体感。エラー通知は実務必須。
【時間配分】15分。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【ポイント】「コードを書かなくてもこれだけできる」を体感。GASは万能ではなく、ピボットだけで十分なことも多い。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【締めトーク】GAS編はここまで。次回は別テーマに進む。
【講師補足】業務で実際に運用する際は社内ルール（自動送信メールの取扱い、データ連携の範囲など）を必ず確認、と一言。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12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配信コンセプトのテンプレ化と運用設計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応用編（02）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応用編は「コンセプトの運用テンプレ化」と「配信予定表作成」の2本立てです。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中級:運用テンプレを作成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日次/週次/月次のチェックリスト化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基礎:配信予定表の作成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具体的なスケジュールを書き出す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両者共通：自分のペースで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無理せず、できる範囲で完成させる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741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741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558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応用編の2コース（中級コース／基礎組コース）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97764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410565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408736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【中級】配信運用テンプレを作成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83717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8371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03120" y="48188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【中級】配信反応のセルフレビュー設計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47120" cy="640080"/>
          </a:xfrm>
          <a:prstGeom prst="roundRect">
            <a:avLst>
              <a:gd name="adj" fmla="val 7143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568696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56869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55040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【基礎組】配信予定表を完成させる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応用編の2コース ─ 自分のレベルで選ぶ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応用編は2つのコースを用意。基礎編で「コードが楽しい」と感じた方は中級、「GASは難しい」と感じた方は基礎組コースへ。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5577840" cy="4709160"/>
          </a:xfrm>
          <a:prstGeom prst="roundRect">
            <a:avLst>
              <a:gd name="adj" fmla="val 1165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中級コース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530352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第12回基礎の配信コンセプトが固まった方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【演習4・5を担当】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・配信の運用テンプレを作成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・反応のセルフレビュー設計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日次運用が回る仕組みの完成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86400" cy="4709160"/>
          </a:xfrm>
          <a:prstGeom prst="roundRect">
            <a:avLst>
              <a:gd name="adj" fmla="val 1165"/>
            </a:avLst>
          </a:prstGeom>
          <a:solidFill>
            <a:srgbClr val="E8F0FE"/>
          </a:solidFill>
          <a:ln w="19050">
            <a:solidFill>
              <a:srgbClr val="3F51B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A237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🔵 基礎組コース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28232" y="242316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【対象】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「まずは配信を続けるのが先」と感じた方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【演習6を担当】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・3ヶ月分の配信予定表を完成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・実際の原稿を1本だけ書く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配信が継続できる仕組みの基礎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【中級】配信運用テンプレを作成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日次/週次/月次のチェックリストを作り、配信運用を仕組み化します。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配信を続けたいが、運用が属人化していて続かない。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配信運用テンプレ(日次/週次/月次のチェックリスト)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各チェックは1行で具体的に／所要時間を明記／1人で回せる量に絞る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に「配信運用の日次/週次/月次チェックリストを作って」と依頼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スプシでチェックリスト化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1週間試して所要時間を計測・調整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5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【中級】配信反応のセルフレビュー設計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配信の反応を「見て→学ぶ→次に活かす」サイクルを仕組み化します。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配信はしているが、反応を見ても改善に繋がっていない。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週次セルフレビューシート(反応の高い配信3つ/低い3つ/学び/来週への反映)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週1回 15分で完了する量／Geminiに分析を投げる／学びは1行で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レビューシートのテンプレを作成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1週間分の配信ログを Gemini に分析させる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学びを翌週の配信に1つだけ反映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【基礎組】配信予定表を完成させる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コードを使わず、3ヶ月分の配信予定表を完成させます。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配信予定が頭の中だけにあって、形になっていない。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3ヶ月×週2回の配信予定表(具体的テーマまで決定)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GAS不要／Gemini チャットでテーマを提案してもらう／各テーマは20文字以内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Gemini に「3ヶ月×週2回の配信テーマを24本作って」と依頼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スプシで配信予定表として保存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直近4本だけ原稿を書いてみる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お疲れさまでした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配信コンセプト設計編まで完走。ザイオンス効果を活かす配信設計の土台が完成。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今日の持ち帰り 3 点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配信の「軸」が言語化できた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ブレない情報配信ができる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4" name="Text 12"/>
          <p:cNvSpPr/>
          <p:nvPr/>
        </p:nvSpPr>
        <p:spPr>
          <a:xfrm>
            <a:off x="64008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54480" y="39319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情報収集+成形をAIに任せられる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443484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配信1本15分以内で作れる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F4F8FC"/>
          </a:solidFill>
          <a:ln w="1905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8" name="Shape 16"/>
          <p:cNvSpPr/>
          <p:nvPr/>
        </p:nvSpPr>
        <p:spPr>
          <a:xfrm>
            <a:off x="640080" y="5303520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9" name="Text 17"/>
          <p:cNvSpPr/>
          <p:nvPr/>
        </p:nvSpPr>
        <p:spPr>
          <a:xfrm>
            <a:off x="64008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554480" y="52120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運用が仕組み化された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7150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属人化せず続けられる体制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GASを使いこなす（応用）（応用編）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