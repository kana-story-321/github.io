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【オープニング】第6回の続き。商談記録GASを「実務で使える形」に育てる回。
【講師補足】第6回でついていけなかった人向けに「コードを書かないコース」も用意（演習3）。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【話す内容】前回の状態を確認して、今日のスタート位置を揃える。前回欠席者向けに簡単な説明も。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【ポイント】「同じお客様は重複させない」を AI に伝えるのがコツ。
【講師の依頼プロンプト例】「次の機能を追加してください：商談ログに記録するとき、お客様名が『顧客マスター』シートにあれば最終商談日を更新、なければ新規追加する。」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【話す内容】「自動で動く」を体感させると、業務改善のイメージが一気に広がる。
【ポイント】時間トリガーは初心者でも設定しやすい。イベントトリガーは少し慣れてから。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【講師の準備】時間トリガーの設定画面の場所を画面共有で見せる。
【ポイント】「初回設定するときに権限承認」がもう一段必要なケースあり。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【講師の意図】「GASが難しい」と感じる人を置き去りにしないコース。スプシの基礎関数だけで分析ができることを体感。
【ポイント】「GASは万能ではなく、関数で十分なこともある」を伝える。
【時間配分】20分（演習2と並行で実施可能）。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10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興味度別シナリオとAIで作るステップ配信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基礎編（01）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講師用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前回設計したLINE構成に、興味度別のシナリオとステップ配信を組み込みます。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興味度別シナリオを設計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高関心/中関心/低関心 の3層で動線を作る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ステップ配信本文をAIで量産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5日間ステップを一気に書き上げる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コードが苦手な人もOK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基礎組向けのチャット活用コースを用意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32988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3298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14700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前回の振り返り(公式LINE構成とリッチメニュー)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3982212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39822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3963924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興味度別シナリオを設計する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544568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6314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6314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783080" y="46131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AIDMAとAIで作るステップ配信の設計図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193792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280660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2806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262372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ステップ配信5日分の本文をAIで量産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457200" y="5843016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594360" y="5929884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94360" y="592988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2103120" y="5911596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【基礎組】現状の配信を棚卸し+改善案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前回の振り返りと今日のテーマ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第9回で公式LINEの骨組みができました。今日は配信シナリオを肉付けします。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ここまでで作ったもの／今日のテーマ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【第9回(基礎編)で作ったもの】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・公式LINEのAIDMA構成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・リッチメニュー+アイコン画像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【第9回(応用編)で作ったもの】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・LP+公式LINE登録までの導線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【今日のテーマ】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登録してくれた人を「興味度」で分けて、それぞれに合う配信を流す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ステップ配信5日分をAIで一気に作る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興味度別シナリオを設計する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登録者を高関心/中関心/低関心 に分け、それぞれの配信パターンを設計します。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配信が一律で「響く人にしか響かない」状態。興味度別に出し分けたい。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興味度別配信シナリオ表(3層×各5日分)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スプシに表形式で作る／各日の配信内容は30文字以内のタイトル+趣旨／3軸に沿う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に「高関心/中関心/低関心 の興味度別シナリオを5日分で設計して」と依頼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自分のブランディング3軸と現状の配信を伝える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出力をスプシに貼り、配信予定表として運用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AIで作るステップ配信の設計図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ステップ配信は「型」が決まると一気に量産できます。型を先に決めましょう。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ステップ配信の型(5日間)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【Day 1：自己紹介+価値提示】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私が誰で、なぜこの発信をしているか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【Day 2：共感+課題提起】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読者の悩み・課題を言語化して共感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【Day 3：教育+知識提供】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解決策の前提となる知識を提供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【Day 4：事例+ストーリー】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実際の事例で「自分にも関係ある」と感じてもらう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【Day 5：行動誘導(CTA)】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面談予約・無料相談などの次のステップへ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ステップ配信5日分の本文をAIで量産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型に沿った本文をAIで一気に書き、自分で調整します。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ステップ配信を作りたいが、毎日の文章を書く時間がない。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5日間ステップ配信本文(各300〜500文字)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各日1通／文末に必ずCTAあり／3軸に沿う／LINEで読みやすい改行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に「5日間ステップ配信を、上の型と3軸に沿って書いて」と依頼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出力された各日の本文を1通ずつ調整(自分の言葉に修正)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LINEのステップ配信機能に登録(配信は次回で実装)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【基礎組】現状の配信を棚卸し+改善案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コードを使わず、今の配信内容を3軸の観点で見直します。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配信は何となく続けているが、効果が見えていない。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過去30日の配信棚卸しシート(配信日／趣旨／反応／改善案)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GAS不要／Geminiチャットで改善案を出してもらう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過去30日の配信内容をスプシに書き出す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出力された議事録をスプレッドシートにコピー＆ペースト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上位2つを次回の配信に反映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GASを使いこなす（応用）（基礎編）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