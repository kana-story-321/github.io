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22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自分の業務に合わせた仕組みを完成させる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これまで作ってきた仕組みを統合し、自分の業務フローに組み込みます。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これまでの成果を統合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自分の業務フローに組み込む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本番運用への準備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これまでの振り返り(全21回の成果)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自分の業務フローへの統合計画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組織への展開と継続改善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【基礎組】1つだけでも本番運用する計画書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これまでの振り返り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全21回で作ってきた成果物を整理し、自分の業務にどう統合するかを設計します。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これまで作ってきた仕組み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1：AI土台】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AIリテラシー/各AI使い分け/プロンプト設計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2：GAS編】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リマインドメール/お誕生日祝い/議事録/顧客情報自動更新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3：Web集客編】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ブランディング3軸/公式LINE/有益情報自動配信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【PHASE 4：現場業務AI】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引受判定/ライフプラン/AIエージェント/トップ営業AI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これらを「自分の業務フロー」に統合する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1週間の本番運用計画書を作る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自分の業務フローへの統合計画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作った仕組みを「自分の業務」の中でどう使うかを設計します。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個別の仕組みは作れたが、自分の日常業務に組み込めていない。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統合フロー図(週次業務×AIツール×成果物)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週次の業務リズムに合わせる／毎日5分以内で使えるツールを優先／3ヶ月で定着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自分の週次業務リズムを書き出す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に「これにAIツールを統合する計画を作って」と依頼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フロー図を作成し、優先順位付け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組織への展開と継続改善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個人で使うだけでなく、組織で展開して継続改善する仕組みを学びます。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組織展開と継続改善のコツ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【組織展開の3ステップ】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1. 自分で3ヶ月使い込んで効果実証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2. 同僚2〜3人に共有してフィードバック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3. チーム/部署全体に展開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【継続改善のコツ】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・月1回のレビュー会(15分でOK)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・改善ログを残す(誰が何を改善したか)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・成功事例を共有する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【新ツール導入のサイクル】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・四半期に1つだけ新ツール検討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・既存ツールと干渉しないか確認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・効果検証 → 採用判断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・「全部やる」は失敗のもと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・1つ定着してから次を導入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・AIは「育てるツール」継続的に改善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1週間の運用計画書を作成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統合フローを実際に1週間運用するための計画書を作ります。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計画はあるが、いつ・何を使うかが決まっていない。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1週間運用計画書(月曜〜金曜 × 時間帯 × ツール × 期待効果)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無理のないペース／時間帯を具体的に／効果測定の指標を含める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1週間の予定をベースに「いつAIを使うか」を埋める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に「無理のないペースかチェックして」と依頼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月曜から実行し、金曜に振り返り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【基礎組】1つだけ本番運用する計画書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コードを使わず、最も効果が高い「1つだけ」を本番運用します。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全部やろうとして手が回らない。1つに絞りたい。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本番運用計画書(1ツール×1業務×3ヶ月のロードマップ)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GAS不要／効果が見えやすい業務を選ぶ／3ヶ月で習慣化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自分の業務でAIを使った時の効果を Gemini に分析させる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3ヶ月の運用ロードマップを作る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